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BD0DA7-54F6-45B7-A49C-CEC8F48C55DF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pt-BR"/>
        </a:p>
      </dgm:t>
    </dgm:pt>
    <dgm:pt modelId="{61D464B6-6F86-4E9B-8D47-CFF4CBA61DF3}">
      <dgm:prSet phldrT="[Texto]" phldr="0"/>
      <dgm:spPr/>
      <dgm:t>
        <a:bodyPr/>
        <a:lstStyle/>
        <a:p>
          <a:r>
            <a:rPr lang="pt-BR" dirty="0" err="1"/>
            <a:t>iCEI</a:t>
          </a:r>
          <a:endParaRPr lang="pt-BR" dirty="0"/>
        </a:p>
      </dgm:t>
    </dgm:pt>
    <dgm:pt modelId="{7766B95C-7A73-4A8C-AB05-0FEAF563E48C}" type="parTrans" cxnId="{6519AE13-6425-4E91-A2C9-B41FF73DDD42}">
      <dgm:prSet/>
      <dgm:spPr/>
      <dgm:t>
        <a:bodyPr/>
        <a:lstStyle/>
        <a:p>
          <a:endParaRPr lang="pt-BR"/>
        </a:p>
      </dgm:t>
    </dgm:pt>
    <dgm:pt modelId="{FA4A19D7-69BC-4344-B275-D70AB0734DCD}" type="sibTrans" cxnId="{6519AE13-6425-4E91-A2C9-B41FF73DDD42}">
      <dgm:prSet/>
      <dgm:spPr/>
      <dgm:t>
        <a:bodyPr/>
        <a:lstStyle/>
        <a:p>
          <a:r>
            <a:rPr lang="pt-BR" dirty="0"/>
            <a:t>RESPOSTA GERAL</a:t>
          </a:r>
        </a:p>
      </dgm:t>
    </dgm:pt>
    <dgm:pt modelId="{CD7FE4DE-4CB8-4897-9ABC-BD953EEFE95D}">
      <dgm:prSet phldrT="[Texto]" phldr="0"/>
      <dgm:spPr/>
      <dgm:t>
        <a:bodyPr/>
        <a:lstStyle/>
        <a:p>
          <a:r>
            <a:rPr lang="pt-BR" dirty="0" err="1"/>
            <a:t>iPTIR</a:t>
          </a:r>
          <a:endParaRPr lang="pt-BR" dirty="0"/>
        </a:p>
      </dgm:t>
    </dgm:pt>
    <dgm:pt modelId="{C79955FA-F70B-4445-9468-402CC3665B2A}" type="parTrans" cxnId="{35190CAF-A81F-4B96-A6C2-9261E82E6CCC}">
      <dgm:prSet/>
      <dgm:spPr/>
      <dgm:t>
        <a:bodyPr/>
        <a:lstStyle/>
        <a:p>
          <a:endParaRPr lang="pt-BR"/>
        </a:p>
      </dgm:t>
    </dgm:pt>
    <dgm:pt modelId="{EB97C843-1D73-4AA5-8E0A-EF0EB86FF9B4}" type="sibTrans" cxnId="{35190CAF-A81F-4B96-A6C2-9261E82E6CCC}">
      <dgm:prSet/>
      <dgm:spPr/>
      <dgm:t>
        <a:bodyPr/>
        <a:lstStyle/>
        <a:p>
          <a:pPr algn="ctr"/>
          <a:r>
            <a:rPr lang="pt-BR" dirty="0"/>
            <a:t>OFERTA</a:t>
          </a:r>
        </a:p>
      </dgm:t>
    </dgm:pt>
    <dgm:pt modelId="{89D7F68D-A48E-414B-9FDE-71C21EABC472}">
      <dgm:prSet phldrT="[Texto]" phldr="0"/>
      <dgm:spPr/>
      <dgm:t>
        <a:bodyPr/>
        <a:lstStyle/>
        <a:p>
          <a:r>
            <a:rPr lang="pt-BR" dirty="0" err="1"/>
            <a:t>iPDA</a:t>
          </a:r>
          <a:endParaRPr lang="pt-BR" dirty="0"/>
        </a:p>
      </dgm:t>
    </dgm:pt>
    <dgm:pt modelId="{4ACE2689-A726-4825-A504-CF474085BF11}" type="parTrans" cxnId="{165BD84B-DEC6-46B6-ACCB-4DF1FB8BD7EA}">
      <dgm:prSet/>
      <dgm:spPr/>
      <dgm:t>
        <a:bodyPr/>
        <a:lstStyle/>
        <a:p>
          <a:endParaRPr lang="pt-BR"/>
        </a:p>
      </dgm:t>
    </dgm:pt>
    <dgm:pt modelId="{6D4BBCC1-2439-428A-90E7-B4E917E9DBFD}" type="sibTrans" cxnId="{165BD84B-DEC6-46B6-ACCB-4DF1FB8BD7EA}">
      <dgm:prSet/>
      <dgm:spPr/>
      <dgm:t>
        <a:bodyPr/>
        <a:lstStyle/>
        <a:p>
          <a:pPr algn="ctr"/>
          <a:r>
            <a:rPr lang="pt-BR" dirty="0"/>
            <a:t>DEMANDA</a:t>
          </a:r>
        </a:p>
      </dgm:t>
    </dgm:pt>
    <dgm:pt modelId="{AF4DB803-90C9-4D1F-B70C-3EBF1B24BC8B}">
      <dgm:prSet phldrT="[Texto]" phldr="0"/>
      <dgm:spPr/>
      <dgm:t>
        <a:bodyPr/>
        <a:lstStyle/>
        <a:p>
          <a:r>
            <a:rPr lang="pt-BR" dirty="0" err="1"/>
            <a:t>iCEI-AS</a:t>
          </a:r>
          <a:endParaRPr lang="pt-BR" dirty="0"/>
        </a:p>
      </dgm:t>
    </dgm:pt>
    <dgm:pt modelId="{44DC18EB-35F1-4D70-AF3B-30C20EE4E33C}" type="parTrans" cxnId="{8CF01834-6A21-4860-9B4A-53DBA8937D46}">
      <dgm:prSet/>
      <dgm:spPr/>
      <dgm:t>
        <a:bodyPr/>
        <a:lstStyle/>
        <a:p>
          <a:endParaRPr lang="pt-BR"/>
        </a:p>
      </dgm:t>
    </dgm:pt>
    <dgm:pt modelId="{DC8EC2B7-A2E0-4EDB-88DC-868D0CF523E3}" type="sibTrans" cxnId="{8CF01834-6A21-4860-9B4A-53DBA8937D46}">
      <dgm:prSet/>
      <dgm:spPr/>
      <dgm:t>
        <a:bodyPr/>
        <a:lstStyle/>
        <a:p>
          <a:pPr algn="ctr"/>
          <a:r>
            <a:rPr lang="pt-BR" dirty="0"/>
            <a:t>RESPOSTA</a:t>
          </a:r>
        </a:p>
      </dgm:t>
    </dgm:pt>
    <dgm:pt modelId="{C4D55E0D-3330-4D2C-95C4-84C90D3F5DDD}">
      <dgm:prSet phldrT="[Texto]" phldr="0"/>
      <dgm:spPr/>
      <dgm:t>
        <a:bodyPr/>
        <a:lstStyle/>
        <a:p>
          <a:r>
            <a:rPr lang="pt-BR" dirty="0" err="1"/>
            <a:t>iPTIR</a:t>
          </a:r>
          <a:endParaRPr lang="pt-BR" dirty="0"/>
        </a:p>
      </dgm:t>
    </dgm:pt>
    <dgm:pt modelId="{DEF58871-1D91-4565-8632-F9DCF703C894}" type="parTrans" cxnId="{9EB574CC-BBB4-4320-989D-E2E4BEF09C35}">
      <dgm:prSet/>
      <dgm:spPr/>
      <dgm:t>
        <a:bodyPr/>
        <a:lstStyle/>
        <a:p>
          <a:endParaRPr lang="pt-BR"/>
        </a:p>
      </dgm:t>
    </dgm:pt>
    <dgm:pt modelId="{5898FDA5-6929-4C21-88B1-A23B33B2174F}" type="sibTrans" cxnId="{9EB574CC-BBB4-4320-989D-E2E4BEF09C35}">
      <dgm:prSet/>
      <dgm:spPr/>
      <dgm:t>
        <a:bodyPr/>
        <a:lstStyle/>
        <a:p>
          <a:pPr algn="ctr"/>
          <a:r>
            <a:rPr lang="pt-BR" dirty="0"/>
            <a:t>OFERTA</a:t>
          </a:r>
        </a:p>
      </dgm:t>
    </dgm:pt>
    <dgm:pt modelId="{C52300FC-5979-4611-A18A-F3458FF748D2}">
      <dgm:prSet phldrT="[Texto]" phldr="0"/>
      <dgm:spPr/>
      <dgm:t>
        <a:bodyPr/>
        <a:lstStyle/>
        <a:p>
          <a:r>
            <a:rPr lang="pt-BR" dirty="0" err="1"/>
            <a:t>iPDA</a:t>
          </a:r>
          <a:endParaRPr lang="pt-BR" dirty="0"/>
        </a:p>
      </dgm:t>
    </dgm:pt>
    <dgm:pt modelId="{93C8A148-C857-4A3C-81DC-B2F232350ADD}" type="parTrans" cxnId="{FC344F0C-EF75-4AB6-BA15-796501461F49}">
      <dgm:prSet/>
      <dgm:spPr/>
      <dgm:t>
        <a:bodyPr/>
        <a:lstStyle/>
        <a:p>
          <a:endParaRPr lang="pt-BR"/>
        </a:p>
      </dgm:t>
    </dgm:pt>
    <dgm:pt modelId="{8A486FD8-FE1F-40D1-A123-A45C9AD3E7A1}" type="sibTrans" cxnId="{FC344F0C-EF75-4AB6-BA15-796501461F49}">
      <dgm:prSet/>
      <dgm:spPr/>
      <dgm:t>
        <a:bodyPr/>
        <a:lstStyle/>
        <a:p>
          <a:pPr algn="ctr"/>
          <a:r>
            <a:rPr lang="pt-BR" dirty="0"/>
            <a:t>DEMANDA</a:t>
          </a:r>
        </a:p>
      </dgm:t>
    </dgm:pt>
    <dgm:pt modelId="{9D949B99-5747-436B-B8D8-6888779D034A}">
      <dgm:prSet phldrT="[Texto]" phldr="0"/>
      <dgm:spPr/>
      <dgm:t>
        <a:bodyPr/>
        <a:lstStyle/>
        <a:p>
          <a:r>
            <a:rPr lang="pt-BR" dirty="0" err="1"/>
            <a:t>iCEI-S</a:t>
          </a:r>
          <a:endParaRPr lang="pt-BR" dirty="0"/>
        </a:p>
      </dgm:t>
    </dgm:pt>
    <dgm:pt modelId="{48095D1E-50A4-4397-B5D0-63FA33935F75}" type="parTrans" cxnId="{3564DBE2-E7F5-449D-BFA3-3F05BF8BCA70}">
      <dgm:prSet/>
      <dgm:spPr/>
      <dgm:t>
        <a:bodyPr/>
        <a:lstStyle/>
        <a:p>
          <a:endParaRPr lang="pt-BR"/>
        </a:p>
      </dgm:t>
    </dgm:pt>
    <dgm:pt modelId="{651FD07F-BDD1-49A4-92EA-882F841E2288}" type="sibTrans" cxnId="{3564DBE2-E7F5-449D-BFA3-3F05BF8BCA70}">
      <dgm:prSet/>
      <dgm:spPr/>
      <dgm:t>
        <a:bodyPr/>
        <a:lstStyle/>
        <a:p>
          <a:pPr algn="ctr"/>
          <a:r>
            <a:rPr lang="pt-BR" dirty="0"/>
            <a:t>RESPOSTA</a:t>
          </a:r>
        </a:p>
      </dgm:t>
    </dgm:pt>
    <dgm:pt modelId="{E83F681B-14BC-4536-8588-48F4C4B79F91}">
      <dgm:prSet phldrT="[Texto]" phldr="0"/>
      <dgm:spPr/>
      <dgm:t>
        <a:bodyPr/>
        <a:lstStyle/>
        <a:p>
          <a:r>
            <a:rPr lang="pt-BR" dirty="0" err="1"/>
            <a:t>iPTIR</a:t>
          </a:r>
          <a:endParaRPr lang="pt-BR" dirty="0"/>
        </a:p>
      </dgm:t>
    </dgm:pt>
    <dgm:pt modelId="{D446F34B-3286-43A5-BCCF-D77D8EF5C293}" type="parTrans" cxnId="{0736C645-87E5-4971-8702-1294503CC431}">
      <dgm:prSet/>
      <dgm:spPr/>
      <dgm:t>
        <a:bodyPr/>
        <a:lstStyle/>
        <a:p>
          <a:endParaRPr lang="pt-BR"/>
        </a:p>
      </dgm:t>
    </dgm:pt>
    <dgm:pt modelId="{3B06A15D-0ED1-49FB-BF89-F8AACD69AB78}" type="sibTrans" cxnId="{0736C645-87E5-4971-8702-1294503CC431}">
      <dgm:prSet/>
      <dgm:spPr/>
      <dgm:t>
        <a:bodyPr/>
        <a:lstStyle/>
        <a:p>
          <a:pPr algn="ctr"/>
          <a:r>
            <a:rPr lang="pt-BR" dirty="0"/>
            <a:t>OFERTA</a:t>
          </a:r>
        </a:p>
      </dgm:t>
    </dgm:pt>
    <dgm:pt modelId="{152CD02F-FFAD-4874-8217-74A38A7D3D13}">
      <dgm:prSet phldrT="[Texto]" phldr="0"/>
      <dgm:spPr/>
      <dgm:t>
        <a:bodyPr/>
        <a:lstStyle/>
        <a:p>
          <a:r>
            <a:rPr lang="pt-BR" dirty="0" err="1"/>
            <a:t>iCEI-E</a:t>
          </a:r>
          <a:endParaRPr lang="pt-BR" dirty="0"/>
        </a:p>
      </dgm:t>
    </dgm:pt>
    <dgm:pt modelId="{C69C5641-6A93-4C9B-96C9-4520AFE30095}" type="parTrans" cxnId="{D90CA1D6-F3CB-4445-A498-46BA32EDD0DB}">
      <dgm:prSet/>
      <dgm:spPr/>
      <dgm:t>
        <a:bodyPr/>
        <a:lstStyle/>
        <a:p>
          <a:endParaRPr lang="pt-BR"/>
        </a:p>
      </dgm:t>
    </dgm:pt>
    <dgm:pt modelId="{9E7CEB3A-3E0C-4D12-9CA1-17F7209ED061}" type="sibTrans" cxnId="{D90CA1D6-F3CB-4445-A498-46BA32EDD0DB}">
      <dgm:prSet/>
      <dgm:spPr/>
      <dgm:t>
        <a:bodyPr/>
        <a:lstStyle/>
        <a:p>
          <a:pPr algn="ctr"/>
          <a:r>
            <a:rPr lang="pt-BR" dirty="0"/>
            <a:t>RESPOSTA</a:t>
          </a:r>
        </a:p>
      </dgm:t>
    </dgm:pt>
    <dgm:pt modelId="{6E538CA9-EF70-4DC8-978A-76732B5B7FDE}">
      <dgm:prSet phldrT="[Texto]" phldr="0"/>
      <dgm:spPr/>
      <dgm:t>
        <a:bodyPr/>
        <a:lstStyle/>
        <a:p>
          <a:r>
            <a:rPr lang="pt-BR" dirty="0" err="1"/>
            <a:t>iPDA</a:t>
          </a:r>
          <a:endParaRPr lang="pt-BR" dirty="0"/>
        </a:p>
      </dgm:t>
    </dgm:pt>
    <dgm:pt modelId="{75595443-5E63-4BE5-B710-B8DA81FEF2ED}" type="parTrans" cxnId="{E7DA4546-06E8-4275-8AFF-9543149D29B8}">
      <dgm:prSet/>
      <dgm:spPr/>
      <dgm:t>
        <a:bodyPr/>
        <a:lstStyle/>
        <a:p>
          <a:endParaRPr lang="pt-BR"/>
        </a:p>
      </dgm:t>
    </dgm:pt>
    <dgm:pt modelId="{C0B928B1-56DC-4528-A03B-513DA30A44F7}" type="sibTrans" cxnId="{E7DA4546-06E8-4275-8AFF-9543149D29B8}">
      <dgm:prSet/>
      <dgm:spPr/>
      <dgm:t>
        <a:bodyPr/>
        <a:lstStyle/>
        <a:p>
          <a:pPr algn="ctr"/>
          <a:r>
            <a:rPr lang="pt-BR" dirty="0"/>
            <a:t>DEMANDA</a:t>
          </a:r>
        </a:p>
      </dgm:t>
    </dgm:pt>
    <dgm:pt modelId="{61E960EB-2C96-4172-A844-979AA2D5C725}" type="pres">
      <dgm:prSet presAssocID="{E8BD0DA7-54F6-45B7-A49C-CEC8F48C55D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1226478-53EA-4C1F-B7A1-51C444F36085}" type="pres">
      <dgm:prSet presAssocID="{61D464B6-6F86-4E9B-8D47-CFF4CBA61DF3}" presName="hierRoot1" presStyleCnt="0">
        <dgm:presLayoutVars>
          <dgm:hierBranch val="init"/>
        </dgm:presLayoutVars>
      </dgm:prSet>
      <dgm:spPr/>
    </dgm:pt>
    <dgm:pt modelId="{2B5D06DE-30BA-48E1-A597-CE0D97A4DD0B}" type="pres">
      <dgm:prSet presAssocID="{61D464B6-6F86-4E9B-8D47-CFF4CBA61DF3}" presName="rootComposite1" presStyleCnt="0"/>
      <dgm:spPr/>
    </dgm:pt>
    <dgm:pt modelId="{1B97D796-3530-445E-B72E-982FD23D80F2}" type="pres">
      <dgm:prSet presAssocID="{61D464B6-6F86-4E9B-8D47-CFF4CBA61DF3}" presName="rootText1" presStyleLbl="node0" presStyleIdx="0" presStyleCnt="1">
        <dgm:presLayoutVars>
          <dgm:chMax/>
          <dgm:chPref val="3"/>
        </dgm:presLayoutVars>
      </dgm:prSet>
      <dgm:spPr/>
    </dgm:pt>
    <dgm:pt modelId="{1FEE2F85-48FA-4F1A-B40F-9C1F0C1B8B7F}" type="pres">
      <dgm:prSet presAssocID="{61D464B6-6F86-4E9B-8D47-CFF4CBA61DF3}" presName="titleText1" presStyleLbl="fgAcc0" presStyleIdx="0" presStyleCnt="1">
        <dgm:presLayoutVars>
          <dgm:chMax val="0"/>
          <dgm:chPref val="0"/>
        </dgm:presLayoutVars>
      </dgm:prSet>
      <dgm:spPr/>
    </dgm:pt>
    <dgm:pt modelId="{4E7C586F-8900-4FD6-A3B4-A30E1DDA35E1}" type="pres">
      <dgm:prSet presAssocID="{61D464B6-6F86-4E9B-8D47-CFF4CBA61DF3}" presName="rootConnector1" presStyleLbl="node1" presStyleIdx="0" presStyleCnt="9"/>
      <dgm:spPr/>
    </dgm:pt>
    <dgm:pt modelId="{DB4EDDC4-2F19-4CFF-B6F4-DEA23EFB5788}" type="pres">
      <dgm:prSet presAssocID="{61D464B6-6F86-4E9B-8D47-CFF4CBA61DF3}" presName="hierChild2" presStyleCnt="0"/>
      <dgm:spPr/>
    </dgm:pt>
    <dgm:pt modelId="{0FAE98A2-4ADE-4399-A4B8-40945477134F}" type="pres">
      <dgm:prSet presAssocID="{48095D1E-50A4-4397-B5D0-63FA33935F75}" presName="Name37" presStyleLbl="parChTrans1D2" presStyleIdx="0" presStyleCnt="3"/>
      <dgm:spPr/>
    </dgm:pt>
    <dgm:pt modelId="{2169FF89-CFEA-4F61-AE13-C964A8EBFEE3}" type="pres">
      <dgm:prSet presAssocID="{9D949B99-5747-436B-B8D8-6888779D034A}" presName="hierRoot2" presStyleCnt="0">
        <dgm:presLayoutVars>
          <dgm:hierBranch val="init"/>
        </dgm:presLayoutVars>
      </dgm:prSet>
      <dgm:spPr/>
    </dgm:pt>
    <dgm:pt modelId="{DD08E93E-71D9-4F57-B21E-DC8B0D7532E7}" type="pres">
      <dgm:prSet presAssocID="{9D949B99-5747-436B-B8D8-6888779D034A}" presName="rootComposite" presStyleCnt="0"/>
      <dgm:spPr/>
    </dgm:pt>
    <dgm:pt modelId="{D80BA091-4675-453E-893A-B779FA422F2E}" type="pres">
      <dgm:prSet presAssocID="{9D949B99-5747-436B-B8D8-6888779D034A}" presName="rootText" presStyleLbl="node1" presStyleIdx="0" presStyleCnt="9">
        <dgm:presLayoutVars>
          <dgm:chMax/>
          <dgm:chPref val="3"/>
        </dgm:presLayoutVars>
      </dgm:prSet>
      <dgm:spPr/>
    </dgm:pt>
    <dgm:pt modelId="{72E4E7E3-AB16-4B5A-9258-8ADB0C456702}" type="pres">
      <dgm:prSet presAssocID="{9D949B99-5747-436B-B8D8-6888779D034A}" presName="titleText2" presStyleLbl="fgAcc1" presStyleIdx="0" presStyleCnt="9">
        <dgm:presLayoutVars>
          <dgm:chMax val="0"/>
          <dgm:chPref val="0"/>
        </dgm:presLayoutVars>
      </dgm:prSet>
      <dgm:spPr/>
    </dgm:pt>
    <dgm:pt modelId="{800C6B9E-9219-459D-B0F4-2AAF7775D565}" type="pres">
      <dgm:prSet presAssocID="{9D949B99-5747-436B-B8D8-6888779D034A}" presName="rootConnector" presStyleLbl="node2" presStyleIdx="0" presStyleCnt="0"/>
      <dgm:spPr/>
    </dgm:pt>
    <dgm:pt modelId="{911FB820-55D1-4372-B5FF-C7692ADDB8F3}" type="pres">
      <dgm:prSet presAssocID="{9D949B99-5747-436B-B8D8-6888779D034A}" presName="hierChild4" presStyleCnt="0"/>
      <dgm:spPr/>
    </dgm:pt>
    <dgm:pt modelId="{E8EB4287-F893-43F4-9C4B-17ECE0890291}" type="pres">
      <dgm:prSet presAssocID="{D446F34B-3286-43A5-BCCF-D77D8EF5C293}" presName="Name37" presStyleLbl="parChTrans1D3" presStyleIdx="0" presStyleCnt="6"/>
      <dgm:spPr/>
    </dgm:pt>
    <dgm:pt modelId="{AE6480CA-7143-4E0D-A78F-B4F7BF7B0EEC}" type="pres">
      <dgm:prSet presAssocID="{E83F681B-14BC-4536-8588-48F4C4B79F91}" presName="hierRoot2" presStyleCnt="0">
        <dgm:presLayoutVars>
          <dgm:hierBranch val="init"/>
        </dgm:presLayoutVars>
      </dgm:prSet>
      <dgm:spPr/>
    </dgm:pt>
    <dgm:pt modelId="{26968A99-300B-46E3-98BA-AEBE6549ACE2}" type="pres">
      <dgm:prSet presAssocID="{E83F681B-14BC-4536-8588-48F4C4B79F91}" presName="rootComposite" presStyleCnt="0"/>
      <dgm:spPr/>
    </dgm:pt>
    <dgm:pt modelId="{AA94CF06-6EC4-4A22-81C8-93F4C5BE9969}" type="pres">
      <dgm:prSet presAssocID="{E83F681B-14BC-4536-8588-48F4C4B79F91}" presName="rootText" presStyleLbl="node1" presStyleIdx="1" presStyleCnt="9">
        <dgm:presLayoutVars>
          <dgm:chMax/>
          <dgm:chPref val="3"/>
        </dgm:presLayoutVars>
      </dgm:prSet>
      <dgm:spPr/>
    </dgm:pt>
    <dgm:pt modelId="{6A554EB3-D97E-4D64-BD4B-1014E1168B00}" type="pres">
      <dgm:prSet presAssocID="{E83F681B-14BC-4536-8588-48F4C4B79F91}" presName="titleText2" presStyleLbl="fgAcc1" presStyleIdx="1" presStyleCnt="9">
        <dgm:presLayoutVars>
          <dgm:chMax val="0"/>
          <dgm:chPref val="0"/>
        </dgm:presLayoutVars>
      </dgm:prSet>
      <dgm:spPr/>
    </dgm:pt>
    <dgm:pt modelId="{90DC53D9-6879-4F1B-9AFF-4BD9723CD5AB}" type="pres">
      <dgm:prSet presAssocID="{E83F681B-14BC-4536-8588-48F4C4B79F91}" presName="rootConnector" presStyleLbl="node3" presStyleIdx="0" presStyleCnt="0"/>
      <dgm:spPr/>
    </dgm:pt>
    <dgm:pt modelId="{327B1047-45A6-43D1-AA44-90EC016E469C}" type="pres">
      <dgm:prSet presAssocID="{E83F681B-14BC-4536-8588-48F4C4B79F91}" presName="hierChild4" presStyleCnt="0"/>
      <dgm:spPr/>
    </dgm:pt>
    <dgm:pt modelId="{4C9925EB-B185-4314-BDCB-D92E05453B94}" type="pres">
      <dgm:prSet presAssocID="{E83F681B-14BC-4536-8588-48F4C4B79F91}" presName="hierChild5" presStyleCnt="0"/>
      <dgm:spPr/>
    </dgm:pt>
    <dgm:pt modelId="{A81BA749-C204-4FE2-BB07-F5E4DBE6E86D}" type="pres">
      <dgm:prSet presAssocID="{75595443-5E63-4BE5-B710-B8DA81FEF2ED}" presName="Name37" presStyleLbl="parChTrans1D3" presStyleIdx="1" presStyleCnt="6"/>
      <dgm:spPr/>
    </dgm:pt>
    <dgm:pt modelId="{E43972A1-0D8B-44B1-9569-3D3AC1B34C79}" type="pres">
      <dgm:prSet presAssocID="{6E538CA9-EF70-4DC8-978A-76732B5B7FDE}" presName="hierRoot2" presStyleCnt="0">
        <dgm:presLayoutVars>
          <dgm:hierBranch val="init"/>
        </dgm:presLayoutVars>
      </dgm:prSet>
      <dgm:spPr/>
    </dgm:pt>
    <dgm:pt modelId="{CE8D35CB-9AE4-41EF-89BE-B9A8252B1CB0}" type="pres">
      <dgm:prSet presAssocID="{6E538CA9-EF70-4DC8-978A-76732B5B7FDE}" presName="rootComposite" presStyleCnt="0"/>
      <dgm:spPr/>
    </dgm:pt>
    <dgm:pt modelId="{4D161412-DDC6-4007-93E1-967246F28EA3}" type="pres">
      <dgm:prSet presAssocID="{6E538CA9-EF70-4DC8-978A-76732B5B7FDE}" presName="rootText" presStyleLbl="node1" presStyleIdx="2" presStyleCnt="9">
        <dgm:presLayoutVars>
          <dgm:chMax/>
          <dgm:chPref val="3"/>
        </dgm:presLayoutVars>
      </dgm:prSet>
      <dgm:spPr/>
    </dgm:pt>
    <dgm:pt modelId="{A2EA645A-54AC-4E10-9490-3F8ADA0FA9DF}" type="pres">
      <dgm:prSet presAssocID="{6E538CA9-EF70-4DC8-978A-76732B5B7FDE}" presName="titleText2" presStyleLbl="fgAcc1" presStyleIdx="2" presStyleCnt="9">
        <dgm:presLayoutVars>
          <dgm:chMax val="0"/>
          <dgm:chPref val="0"/>
        </dgm:presLayoutVars>
      </dgm:prSet>
      <dgm:spPr/>
    </dgm:pt>
    <dgm:pt modelId="{3B0CAA21-08E0-41BF-A84F-F398615465F3}" type="pres">
      <dgm:prSet presAssocID="{6E538CA9-EF70-4DC8-978A-76732B5B7FDE}" presName="rootConnector" presStyleLbl="node3" presStyleIdx="0" presStyleCnt="0"/>
      <dgm:spPr/>
    </dgm:pt>
    <dgm:pt modelId="{9EEFF15D-D312-46B3-9406-10C2890716A8}" type="pres">
      <dgm:prSet presAssocID="{6E538CA9-EF70-4DC8-978A-76732B5B7FDE}" presName="hierChild4" presStyleCnt="0"/>
      <dgm:spPr/>
    </dgm:pt>
    <dgm:pt modelId="{20CF22A2-0295-458E-ABC6-8CB44121480A}" type="pres">
      <dgm:prSet presAssocID="{6E538CA9-EF70-4DC8-978A-76732B5B7FDE}" presName="hierChild5" presStyleCnt="0"/>
      <dgm:spPr/>
    </dgm:pt>
    <dgm:pt modelId="{FEE69603-DA3B-4ACD-9D88-708402F6112E}" type="pres">
      <dgm:prSet presAssocID="{9D949B99-5747-436B-B8D8-6888779D034A}" presName="hierChild5" presStyleCnt="0"/>
      <dgm:spPr/>
    </dgm:pt>
    <dgm:pt modelId="{1055906E-1800-4001-B506-911EE25037A6}" type="pres">
      <dgm:prSet presAssocID="{C69C5641-6A93-4C9B-96C9-4520AFE30095}" presName="Name37" presStyleLbl="parChTrans1D2" presStyleIdx="1" presStyleCnt="3"/>
      <dgm:spPr/>
    </dgm:pt>
    <dgm:pt modelId="{37D10034-3F12-4F11-95E8-9CAACCD365DE}" type="pres">
      <dgm:prSet presAssocID="{152CD02F-FFAD-4874-8217-74A38A7D3D13}" presName="hierRoot2" presStyleCnt="0">
        <dgm:presLayoutVars>
          <dgm:hierBranch val="init"/>
        </dgm:presLayoutVars>
      </dgm:prSet>
      <dgm:spPr/>
    </dgm:pt>
    <dgm:pt modelId="{A9330076-CA06-4DE0-8B4A-FABF0D0DA7F5}" type="pres">
      <dgm:prSet presAssocID="{152CD02F-FFAD-4874-8217-74A38A7D3D13}" presName="rootComposite" presStyleCnt="0"/>
      <dgm:spPr/>
    </dgm:pt>
    <dgm:pt modelId="{2DD1B30E-174F-45D5-A36E-19F18C2EDD2F}" type="pres">
      <dgm:prSet presAssocID="{152CD02F-FFAD-4874-8217-74A38A7D3D13}" presName="rootText" presStyleLbl="node1" presStyleIdx="3" presStyleCnt="9">
        <dgm:presLayoutVars>
          <dgm:chMax/>
          <dgm:chPref val="3"/>
        </dgm:presLayoutVars>
      </dgm:prSet>
      <dgm:spPr/>
    </dgm:pt>
    <dgm:pt modelId="{8F510A53-993D-4103-9BBE-EDE9AF6662A0}" type="pres">
      <dgm:prSet presAssocID="{152CD02F-FFAD-4874-8217-74A38A7D3D13}" presName="titleText2" presStyleLbl="fgAcc1" presStyleIdx="3" presStyleCnt="9">
        <dgm:presLayoutVars>
          <dgm:chMax val="0"/>
          <dgm:chPref val="0"/>
        </dgm:presLayoutVars>
      </dgm:prSet>
      <dgm:spPr/>
    </dgm:pt>
    <dgm:pt modelId="{5D667DF5-54B9-4A27-8C5C-C0EE8E3C644D}" type="pres">
      <dgm:prSet presAssocID="{152CD02F-FFAD-4874-8217-74A38A7D3D13}" presName="rootConnector" presStyleLbl="node2" presStyleIdx="0" presStyleCnt="0"/>
      <dgm:spPr/>
    </dgm:pt>
    <dgm:pt modelId="{264E62A1-5466-476C-8C68-5B67362138D2}" type="pres">
      <dgm:prSet presAssocID="{152CD02F-FFAD-4874-8217-74A38A7D3D13}" presName="hierChild4" presStyleCnt="0"/>
      <dgm:spPr/>
    </dgm:pt>
    <dgm:pt modelId="{09413FFB-360D-4EDE-A916-262B16384D28}" type="pres">
      <dgm:prSet presAssocID="{DEF58871-1D91-4565-8632-F9DCF703C894}" presName="Name37" presStyleLbl="parChTrans1D3" presStyleIdx="2" presStyleCnt="6"/>
      <dgm:spPr/>
    </dgm:pt>
    <dgm:pt modelId="{5943D3AE-3B1F-40B1-9BDC-9B037DFB2F5F}" type="pres">
      <dgm:prSet presAssocID="{C4D55E0D-3330-4D2C-95C4-84C90D3F5DDD}" presName="hierRoot2" presStyleCnt="0">
        <dgm:presLayoutVars>
          <dgm:hierBranch val="init"/>
        </dgm:presLayoutVars>
      </dgm:prSet>
      <dgm:spPr/>
    </dgm:pt>
    <dgm:pt modelId="{645689EA-F4B7-43E0-BB4F-1E43400E37C2}" type="pres">
      <dgm:prSet presAssocID="{C4D55E0D-3330-4D2C-95C4-84C90D3F5DDD}" presName="rootComposite" presStyleCnt="0"/>
      <dgm:spPr/>
    </dgm:pt>
    <dgm:pt modelId="{D605F72F-BF33-469C-A37A-346308B65586}" type="pres">
      <dgm:prSet presAssocID="{C4D55E0D-3330-4D2C-95C4-84C90D3F5DDD}" presName="rootText" presStyleLbl="node1" presStyleIdx="4" presStyleCnt="9">
        <dgm:presLayoutVars>
          <dgm:chMax/>
          <dgm:chPref val="3"/>
        </dgm:presLayoutVars>
      </dgm:prSet>
      <dgm:spPr/>
    </dgm:pt>
    <dgm:pt modelId="{2F15AB72-AB7B-4B9C-A2E3-330003143B6F}" type="pres">
      <dgm:prSet presAssocID="{C4D55E0D-3330-4D2C-95C4-84C90D3F5DDD}" presName="titleText2" presStyleLbl="fgAcc1" presStyleIdx="4" presStyleCnt="9">
        <dgm:presLayoutVars>
          <dgm:chMax val="0"/>
          <dgm:chPref val="0"/>
        </dgm:presLayoutVars>
      </dgm:prSet>
      <dgm:spPr/>
    </dgm:pt>
    <dgm:pt modelId="{05EFA51A-EE8B-4749-9347-37B80E266EDC}" type="pres">
      <dgm:prSet presAssocID="{C4D55E0D-3330-4D2C-95C4-84C90D3F5DDD}" presName="rootConnector" presStyleLbl="node3" presStyleIdx="0" presStyleCnt="0"/>
      <dgm:spPr/>
    </dgm:pt>
    <dgm:pt modelId="{3064DF2F-2CBF-4813-BFB9-6298A2D45493}" type="pres">
      <dgm:prSet presAssocID="{C4D55E0D-3330-4D2C-95C4-84C90D3F5DDD}" presName="hierChild4" presStyleCnt="0"/>
      <dgm:spPr/>
    </dgm:pt>
    <dgm:pt modelId="{CD8998F2-6F5E-4698-A2BB-B435DBE0967B}" type="pres">
      <dgm:prSet presAssocID="{C4D55E0D-3330-4D2C-95C4-84C90D3F5DDD}" presName="hierChild5" presStyleCnt="0"/>
      <dgm:spPr/>
    </dgm:pt>
    <dgm:pt modelId="{564564DF-0E29-4DEF-8EAD-CFA1F6F9515F}" type="pres">
      <dgm:prSet presAssocID="{93C8A148-C857-4A3C-81DC-B2F232350ADD}" presName="Name37" presStyleLbl="parChTrans1D3" presStyleIdx="3" presStyleCnt="6"/>
      <dgm:spPr/>
    </dgm:pt>
    <dgm:pt modelId="{00012602-FD14-4832-BB7E-260755FBF0B8}" type="pres">
      <dgm:prSet presAssocID="{C52300FC-5979-4611-A18A-F3458FF748D2}" presName="hierRoot2" presStyleCnt="0">
        <dgm:presLayoutVars>
          <dgm:hierBranch val="init"/>
        </dgm:presLayoutVars>
      </dgm:prSet>
      <dgm:spPr/>
    </dgm:pt>
    <dgm:pt modelId="{76EDF57B-26CA-40E5-A339-74ED62F688A3}" type="pres">
      <dgm:prSet presAssocID="{C52300FC-5979-4611-A18A-F3458FF748D2}" presName="rootComposite" presStyleCnt="0"/>
      <dgm:spPr/>
    </dgm:pt>
    <dgm:pt modelId="{C15AC46D-6E99-4722-94FB-F45BE33DB462}" type="pres">
      <dgm:prSet presAssocID="{C52300FC-5979-4611-A18A-F3458FF748D2}" presName="rootText" presStyleLbl="node1" presStyleIdx="5" presStyleCnt="9">
        <dgm:presLayoutVars>
          <dgm:chMax/>
          <dgm:chPref val="3"/>
        </dgm:presLayoutVars>
      </dgm:prSet>
      <dgm:spPr/>
    </dgm:pt>
    <dgm:pt modelId="{BB44687B-E282-4CF2-814D-E3D9C72F57CC}" type="pres">
      <dgm:prSet presAssocID="{C52300FC-5979-4611-A18A-F3458FF748D2}" presName="titleText2" presStyleLbl="fgAcc1" presStyleIdx="5" presStyleCnt="9">
        <dgm:presLayoutVars>
          <dgm:chMax val="0"/>
          <dgm:chPref val="0"/>
        </dgm:presLayoutVars>
      </dgm:prSet>
      <dgm:spPr/>
    </dgm:pt>
    <dgm:pt modelId="{B0A5CAB9-5451-4B4B-97BF-4FC07EDEDBCB}" type="pres">
      <dgm:prSet presAssocID="{C52300FC-5979-4611-A18A-F3458FF748D2}" presName="rootConnector" presStyleLbl="node3" presStyleIdx="0" presStyleCnt="0"/>
      <dgm:spPr/>
    </dgm:pt>
    <dgm:pt modelId="{6EFED8BF-DD94-4BFB-ADD5-9D753A8889A9}" type="pres">
      <dgm:prSet presAssocID="{C52300FC-5979-4611-A18A-F3458FF748D2}" presName="hierChild4" presStyleCnt="0"/>
      <dgm:spPr/>
    </dgm:pt>
    <dgm:pt modelId="{F6768C83-8AFD-4726-8515-0CCD7A5CE118}" type="pres">
      <dgm:prSet presAssocID="{C52300FC-5979-4611-A18A-F3458FF748D2}" presName="hierChild5" presStyleCnt="0"/>
      <dgm:spPr/>
    </dgm:pt>
    <dgm:pt modelId="{6B5D51E9-55B0-45FA-85DF-D816CAC122DD}" type="pres">
      <dgm:prSet presAssocID="{152CD02F-FFAD-4874-8217-74A38A7D3D13}" presName="hierChild5" presStyleCnt="0"/>
      <dgm:spPr/>
    </dgm:pt>
    <dgm:pt modelId="{2F2EA619-F817-4A1F-81ED-C0D7DD435252}" type="pres">
      <dgm:prSet presAssocID="{44DC18EB-35F1-4D70-AF3B-30C20EE4E33C}" presName="Name37" presStyleLbl="parChTrans1D2" presStyleIdx="2" presStyleCnt="3"/>
      <dgm:spPr/>
    </dgm:pt>
    <dgm:pt modelId="{D545B2A4-3B8C-4866-843B-E1A72CA54D59}" type="pres">
      <dgm:prSet presAssocID="{AF4DB803-90C9-4D1F-B70C-3EBF1B24BC8B}" presName="hierRoot2" presStyleCnt="0">
        <dgm:presLayoutVars>
          <dgm:hierBranch val="init"/>
        </dgm:presLayoutVars>
      </dgm:prSet>
      <dgm:spPr/>
    </dgm:pt>
    <dgm:pt modelId="{FA5A37B1-48AA-405F-9368-01ABEA4F1850}" type="pres">
      <dgm:prSet presAssocID="{AF4DB803-90C9-4D1F-B70C-3EBF1B24BC8B}" presName="rootComposite" presStyleCnt="0"/>
      <dgm:spPr/>
    </dgm:pt>
    <dgm:pt modelId="{55A38E58-39C9-48A0-A677-3843239A393C}" type="pres">
      <dgm:prSet presAssocID="{AF4DB803-90C9-4D1F-B70C-3EBF1B24BC8B}" presName="rootText" presStyleLbl="node1" presStyleIdx="6" presStyleCnt="9">
        <dgm:presLayoutVars>
          <dgm:chMax/>
          <dgm:chPref val="3"/>
        </dgm:presLayoutVars>
      </dgm:prSet>
      <dgm:spPr/>
    </dgm:pt>
    <dgm:pt modelId="{6C3B8521-582B-4DB4-8E0F-C299A9913259}" type="pres">
      <dgm:prSet presAssocID="{AF4DB803-90C9-4D1F-B70C-3EBF1B24BC8B}" presName="titleText2" presStyleLbl="fgAcc1" presStyleIdx="6" presStyleCnt="9">
        <dgm:presLayoutVars>
          <dgm:chMax val="0"/>
          <dgm:chPref val="0"/>
        </dgm:presLayoutVars>
      </dgm:prSet>
      <dgm:spPr/>
    </dgm:pt>
    <dgm:pt modelId="{539CC492-6944-4DFE-98E2-8EB7A212964B}" type="pres">
      <dgm:prSet presAssocID="{AF4DB803-90C9-4D1F-B70C-3EBF1B24BC8B}" presName="rootConnector" presStyleLbl="node2" presStyleIdx="0" presStyleCnt="0"/>
      <dgm:spPr/>
    </dgm:pt>
    <dgm:pt modelId="{7347CE8F-B533-451A-89BD-229FF0E4D6C3}" type="pres">
      <dgm:prSet presAssocID="{AF4DB803-90C9-4D1F-B70C-3EBF1B24BC8B}" presName="hierChild4" presStyleCnt="0"/>
      <dgm:spPr/>
    </dgm:pt>
    <dgm:pt modelId="{6B7BB686-A32F-4D42-8F2E-C9535D2CA3AD}" type="pres">
      <dgm:prSet presAssocID="{C79955FA-F70B-4445-9468-402CC3665B2A}" presName="Name37" presStyleLbl="parChTrans1D3" presStyleIdx="4" presStyleCnt="6"/>
      <dgm:spPr/>
    </dgm:pt>
    <dgm:pt modelId="{62984303-AE16-430A-BEE4-EAB31761644B}" type="pres">
      <dgm:prSet presAssocID="{CD7FE4DE-4CB8-4897-9ABC-BD953EEFE95D}" presName="hierRoot2" presStyleCnt="0">
        <dgm:presLayoutVars>
          <dgm:hierBranch val="init"/>
        </dgm:presLayoutVars>
      </dgm:prSet>
      <dgm:spPr/>
    </dgm:pt>
    <dgm:pt modelId="{0CDE0DA3-2DC7-4F3E-A0D7-D51726CD6EB9}" type="pres">
      <dgm:prSet presAssocID="{CD7FE4DE-4CB8-4897-9ABC-BD953EEFE95D}" presName="rootComposite" presStyleCnt="0"/>
      <dgm:spPr/>
    </dgm:pt>
    <dgm:pt modelId="{083774B5-8874-44A5-B094-63CC38C31574}" type="pres">
      <dgm:prSet presAssocID="{CD7FE4DE-4CB8-4897-9ABC-BD953EEFE95D}" presName="rootText" presStyleLbl="node1" presStyleIdx="7" presStyleCnt="9">
        <dgm:presLayoutVars>
          <dgm:chMax/>
          <dgm:chPref val="3"/>
        </dgm:presLayoutVars>
      </dgm:prSet>
      <dgm:spPr/>
    </dgm:pt>
    <dgm:pt modelId="{0F63B4F8-7219-4EF0-84B1-349C4967E9D2}" type="pres">
      <dgm:prSet presAssocID="{CD7FE4DE-4CB8-4897-9ABC-BD953EEFE95D}" presName="titleText2" presStyleLbl="fgAcc1" presStyleIdx="7" presStyleCnt="9">
        <dgm:presLayoutVars>
          <dgm:chMax val="0"/>
          <dgm:chPref val="0"/>
        </dgm:presLayoutVars>
      </dgm:prSet>
      <dgm:spPr/>
    </dgm:pt>
    <dgm:pt modelId="{346C65A6-08CE-4F93-BBE7-6159FA0CE999}" type="pres">
      <dgm:prSet presAssocID="{CD7FE4DE-4CB8-4897-9ABC-BD953EEFE95D}" presName="rootConnector" presStyleLbl="node3" presStyleIdx="0" presStyleCnt="0"/>
      <dgm:spPr/>
    </dgm:pt>
    <dgm:pt modelId="{292CE96E-B27A-411C-82FC-A18DA8917B9B}" type="pres">
      <dgm:prSet presAssocID="{CD7FE4DE-4CB8-4897-9ABC-BD953EEFE95D}" presName="hierChild4" presStyleCnt="0"/>
      <dgm:spPr/>
    </dgm:pt>
    <dgm:pt modelId="{E5D554FC-7460-4B05-B649-76BEE31A2F0C}" type="pres">
      <dgm:prSet presAssocID="{CD7FE4DE-4CB8-4897-9ABC-BD953EEFE95D}" presName="hierChild5" presStyleCnt="0"/>
      <dgm:spPr/>
    </dgm:pt>
    <dgm:pt modelId="{B0C38991-29C5-4996-AA65-110204A91A06}" type="pres">
      <dgm:prSet presAssocID="{4ACE2689-A726-4825-A504-CF474085BF11}" presName="Name37" presStyleLbl="parChTrans1D3" presStyleIdx="5" presStyleCnt="6"/>
      <dgm:spPr/>
    </dgm:pt>
    <dgm:pt modelId="{752ED152-1E18-4403-8D83-031A19C2EA8D}" type="pres">
      <dgm:prSet presAssocID="{89D7F68D-A48E-414B-9FDE-71C21EABC472}" presName="hierRoot2" presStyleCnt="0">
        <dgm:presLayoutVars>
          <dgm:hierBranch val="init"/>
        </dgm:presLayoutVars>
      </dgm:prSet>
      <dgm:spPr/>
    </dgm:pt>
    <dgm:pt modelId="{965C6C44-92AB-46C3-BDF1-FEBA29B9A710}" type="pres">
      <dgm:prSet presAssocID="{89D7F68D-A48E-414B-9FDE-71C21EABC472}" presName="rootComposite" presStyleCnt="0"/>
      <dgm:spPr/>
    </dgm:pt>
    <dgm:pt modelId="{F79282FD-4DDC-4FB0-83E1-11C980DAD3ED}" type="pres">
      <dgm:prSet presAssocID="{89D7F68D-A48E-414B-9FDE-71C21EABC472}" presName="rootText" presStyleLbl="node1" presStyleIdx="8" presStyleCnt="9">
        <dgm:presLayoutVars>
          <dgm:chMax/>
          <dgm:chPref val="3"/>
        </dgm:presLayoutVars>
      </dgm:prSet>
      <dgm:spPr/>
    </dgm:pt>
    <dgm:pt modelId="{5735C598-24D0-40CA-A9A0-2641AA4C656D}" type="pres">
      <dgm:prSet presAssocID="{89D7F68D-A48E-414B-9FDE-71C21EABC472}" presName="titleText2" presStyleLbl="fgAcc1" presStyleIdx="8" presStyleCnt="9">
        <dgm:presLayoutVars>
          <dgm:chMax val="0"/>
          <dgm:chPref val="0"/>
        </dgm:presLayoutVars>
      </dgm:prSet>
      <dgm:spPr/>
    </dgm:pt>
    <dgm:pt modelId="{CA4BBE49-602C-4BF8-9A0E-E65E0D92F3BE}" type="pres">
      <dgm:prSet presAssocID="{89D7F68D-A48E-414B-9FDE-71C21EABC472}" presName="rootConnector" presStyleLbl="node3" presStyleIdx="0" presStyleCnt="0"/>
      <dgm:spPr/>
    </dgm:pt>
    <dgm:pt modelId="{81008B3A-D215-46AE-AFF0-3D0F58FF1506}" type="pres">
      <dgm:prSet presAssocID="{89D7F68D-A48E-414B-9FDE-71C21EABC472}" presName="hierChild4" presStyleCnt="0"/>
      <dgm:spPr/>
    </dgm:pt>
    <dgm:pt modelId="{A8F13F2C-A0F1-4C9A-8DCB-3E77BFE8FAAB}" type="pres">
      <dgm:prSet presAssocID="{89D7F68D-A48E-414B-9FDE-71C21EABC472}" presName="hierChild5" presStyleCnt="0"/>
      <dgm:spPr/>
    </dgm:pt>
    <dgm:pt modelId="{A916D930-F8F6-4D64-B37E-47220FA2BB3A}" type="pres">
      <dgm:prSet presAssocID="{AF4DB803-90C9-4D1F-B70C-3EBF1B24BC8B}" presName="hierChild5" presStyleCnt="0"/>
      <dgm:spPr/>
    </dgm:pt>
    <dgm:pt modelId="{32902DCA-C9D2-4B2E-8FAF-1B39A886FCE8}" type="pres">
      <dgm:prSet presAssocID="{61D464B6-6F86-4E9B-8D47-CFF4CBA61DF3}" presName="hierChild3" presStyleCnt="0"/>
      <dgm:spPr/>
    </dgm:pt>
  </dgm:ptLst>
  <dgm:cxnLst>
    <dgm:cxn modelId="{791F5201-4AE8-49F5-8D43-FAE346B0331C}" type="presOf" srcId="{9D949B99-5747-436B-B8D8-6888779D034A}" destId="{800C6B9E-9219-459D-B0F4-2AAF7775D565}" srcOrd="1" destOrd="0" presId="urn:microsoft.com/office/officeart/2008/layout/NameandTitleOrganizationalChart"/>
    <dgm:cxn modelId="{839C7801-B722-4966-99E7-81918DA662F1}" type="presOf" srcId="{89D7F68D-A48E-414B-9FDE-71C21EABC472}" destId="{F79282FD-4DDC-4FB0-83E1-11C980DAD3ED}" srcOrd="0" destOrd="0" presId="urn:microsoft.com/office/officeart/2008/layout/NameandTitleOrganizationalChart"/>
    <dgm:cxn modelId="{FF24D705-B444-4C59-94A7-D9CBA52FF867}" type="presOf" srcId="{AF4DB803-90C9-4D1F-B70C-3EBF1B24BC8B}" destId="{55A38E58-39C9-48A0-A677-3843239A393C}" srcOrd="0" destOrd="0" presId="urn:microsoft.com/office/officeart/2008/layout/NameandTitleOrganizationalChart"/>
    <dgm:cxn modelId="{8BE83F0A-5A38-4FF7-827D-17F99C6B0936}" type="presOf" srcId="{6E538CA9-EF70-4DC8-978A-76732B5B7FDE}" destId="{3B0CAA21-08E0-41BF-A84F-F398615465F3}" srcOrd="1" destOrd="0" presId="urn:microsoft.com/office/officeart/2008/layout/NameandTitleOrganizationalChart"/>
    <dgm:cxn modelId="{09517D0A-E53A-4EAE-A41C-41CD9233CDEB}" type="presOf" srcId="{C4D55E0D-3330-4D2C-95C4-84C90D3F5DDD}" destId="{05EFA51A-EE8B-4749-9347-37B80E266EDC}" srcOrd="1" destOrd="0" presId="urn:microsoft.com/office/officeart/2008/layout/NameandTitleOrganizationalChart"/>
    <dgm:cxn modelId="{FC344F0C-EF75-4AB6-BA15-796501461F49}" srcId="{152CD02F-FFAD-4874-8217-74A38A7D3D13}" destId="{C52300FC-5979-4611-A18A-F3458FF748D2}" srcOrd="1" destOrd="0" parTransId="{93C8A148-C857-4A3C-81DC-B2F232350ADD}" sibTransId="{8A486FD8-FE1F-40D1-A123-A45C9AD3E7A1}"/>
    <dgm:cxn modelId="{6519AE13-6425-4E91-A2C9-B41FF73DDD42}" srcId="{E8BD0DA7-54F6-45B7-A49C-CEC8F48C55DF}" destId="{61D464B6-6F86-4E9B-8D47-CFF4CBA61DF3}" srcOrd="0" destOrd="0" parTransId="{7766B95C-7A73-4A8C-AB05-0FEAF563E48C}" sibTransId="{FA4A19D7-69BC-4344-B275-D70AB0734DCD}"/>
    <dgm:cxn modelId="{D58AE613-2632-4F04-9651-AA558B27920E}" type="presOf" srcId="{E83F681B-14BC-4536-8588-48F4C4B79F91}" destId="{AA94CF06-6EC4-4A22-81C8-93F4C5BE9969}" srcOrd="0" destOrd="0" presId="urn:microsoft.com/office/officeart/2008/layout/NameandTitleOrganizationalChart"/>
    <dgm:cxn modelId="{290B3517-54D7-45E9-A081-D1EDD883A149}" type="presOf" srcId="{93C8A148-C857-4A3C-81DC-B2F232350ADD}" destId="{564564DF-0E29-4DEF-8EAD-CFA1F6F9515F}" srcOrd="0" destOrd="0" presId="urn:microsoft.com/office/officeart/2008/layout/NameandTitleOrganizationalChart"/>
    <dgm:cxn modelId="{B5ABF819-83C9-4DC2-9849-97124ED4513A}" type="presOf" srcId="{C0B928B1-56DC-4528-A03B-513DA30A44F7}" destId="{A2EA645A-54AC-4E10-9490-3F8ADA0FA9DF}" srcOrd="0" destOrd="0" presId="urn:microsoft.com/office/officeart/2008/layout/NameandTitleOrganizationalChart"/>
    <dgm:cxn modelId="{0DB5BF1B-98DF-4B59-AE1B-190FE6E81A3A}" type="presOf" srcId="{89D7F68D-A48E-414B-9FDE-71C21EABC472}" destId="{CA4BBE49-602C-4BF8-9A0E-E65E0D92F3BE}" srcOrd="1" destOrd="0" presId="urn:microsoft.com/office/officeart/2008/layout/NameandTitleOrganizationalChart"/>
    <dgm:cxn modelId="{921E8F20-B9B0-470E-B53A-09778B2ACD46}" type="presOf" srcId="{9E7CEB3A-3E0C-4D12-9CA1-17F7209ED061}" destId="{8F510A53-993D-4103-9BBE-EDE9AF6662A0}" srcOrd="0" destOrd="0" presId="urn:microsoft.com/office/officeart/2008/layout/NameandTitleOrganizationalChart"/>
    <dgm:cxn modelId="{E9CBA823-A099-44AE-816C-261D99AE7E1E}" type="presOf" srcId="{75595443-5E63-4BE5-B710-B8DA81FEF2ED}" destId="{A81BA749-C204-4FE2-BB07-F5E4DBE6E86D}" srcOrd="0" destOrd="0" presId="urn:microsoft.com/office/officeart/2008/layout/NameandTitleOrganizationalChart"/>
    <dgm:cxn modelId="{8CF01834-6A21-4860-9B4A-53DBA8937D46}" srcId="{61D464B6-6F86-4E9B-8D47-CFF4CBA61DF3}" destId="{AF4DB803-90C9-4D1F-B70C-3EBF1B24BC8B}" srcOrd="2" destOrd="0" parTransId="{44DC18EB-35F1-4D70-AF3B-30C20EE4E33C}" sibTransId="{DC8EC2B7-A2E0-4EDB-88DC-868D0CF523E3}"/>
    <dgm:cxn modelId="{4AA48235-A1DA-4B91-9BA8-981EBE764D08}" type="presOf" srcId="{FA4A19D7-69BC-4344-B275-D70AB0734DCD}" destId="{1FEE2F85-48FA-4F1A-B40F-9C1F0C1B8B7F}" srcOrd="0" destOrd="0" presId="urn:microsoft.com/office/officeart/2008/layout/NameandTitleOrganizationalChart"/>
    <dgm:cxn modelId="{2903713E-D1AC-4E10-90C4-814B10C839D7}" type="presOf" srcId="{6E538CA9-EF70-4DC8-978A-76732B5B7FDE}" destId="{4D161412-DDC6-4007-93E1-967246F28EA3}" srcOrd="0" destOrd="0" presId="urn:microsoft.com/office/officeart/2008/layout/NameandTitleOrganizationalChart"/>
    <dgm:cxn modelId="{CF61C961-D922-424B-8D3D-23EE09E40044}" type="presOf" srcId="{152CD02F-FFAD-4874-8217-74A38A7D3D13}" destId="{5D667DF5-54B9-4A27-8C5C-C0EE8E3C644D}" srcOrd="1" destOrd="0" presId="urn:microsoft.com/office/officeart/2008/layout/NameandTitleOrganizationalChart"/>
    <dgm:cxn modelId="{0736C645-87E5-4971-8702-1294503CC431}" srcId="{9D949B99-5747-436B-B8D8-6888779D034A}" destId="{E83F681B-14BC-4536-8588-48F4C4B79F91}" srcOrd="0" destOrd="0" parTransId="{D446F34B-3286-43A5-BCCF-D77D8EF5C293}" sibTransId="{3B06A15D-0ED1-49FB-BF89-F8AACD69AB78}"/>
    <dgm:cxn modelId="{E7DA4546-06E8-4275-8AFF-9543149D29B8}" srcId="{9D949B99-5747-436B-B8D8-6888779D034A}" destId="{6E538CA9-EF70-4DC8-978A-76732B5B7FDE}" srcOrd="1" destOrd="0" parTransId="{75595443-5E63-4BE5-B710-B8DA81FEF2ED}" sibTransId="{C0B928B1-56DC-4528-A03B-513DA30A44F7}"/>
    <dgm:cxn modelId="{7AF0A948-AAFC-4FBD-A000-0E02D9816383}" type="presOf" srcId="{E8BD0DA7-54F6-45B7-A49C-CEC8F48C55DF}" destId="{61E960EB-2C96-4172-A844-979AA2D5C725}" srcOrd="0" destOrd="0" presId="urn:microsoft.com/office/officeart/2008/layout/NameandTitleOrganizationalChart"/>
    <dgm:cxn modelId="{165BD84B-DEC6-46B6-ACCB-4DF1FB8BD7EA}" srcId="{AF4DB803-90C9-4D1F-B70C-3EBF1B24BC8B}" destId="{89D7F68D-A48E-414B-9FDE-71C21EABC472}" srcOrd="1" destOrd="0" parTransId="{4ACE2689-A726-4825-A504-CF474085BF11}" sibTransId="{6D4BBCC1-2439-428A-90E7-B4E917E9DBFD}"/>
    <dgm:cxn modelId="{AECB746D-7597-4958-8075-CA2EF8194F2B}" type="presOf" srcId="{61D464B6-6F86-4E9B-8D47-CFF4CBA61DF3}" destId="{4E7C586F-8900-4FD6-A3B4-A30E1DDA35E1}" srcOrd="1" destOrd="0" presId="urn:microsoft.com/office/officeart/2008/layout/NameandTitleOrganizationalChart"/>
    <dgm:cxn modelId="{F3646650-9EAD-44DC-92BD-47F9F607A2AC}" type="presOf" srcId="{C79955FA-F70B-4445-9468-402CC3665B2A}" destId="{6B7BB686-A32F-4D42-8F2E-C9535D2CA3AD}" srcOrd="0" destOrd="0" presId="urn:microsoft.com/office/officeart/2008/layout/NameandTitleOrganizationalChart"/>
    <dgm:cxn modelId="{9CAEE352-1ED9-4C31-A71F-EC697AD8C244}" type="presOf" srcId="{4ACE2689-A726-4825-A504-CF474085BF11}" destId="{B0C38991-29C5-4996-AA65-110204A91A06}" srcOrd="0" destOrd="0" presId="urn:microsoft.com/office/officeart/2008/layout/NameandTitleOrganizationalChart"/>
    <dgm:cxn modelId="{3F79DF53-4E6B-45EE-B15A-69E196D1B6CB}" type="presOf" srcId="{D446F34B-3286-43A5-BCCF-D77D8EF5C293}" destId="{E8EB4287-F893-43F4-9C4B-17ECE0890291}" srcOrd="0" destOrd="0" presId="urn:microsoft.com/office/officeart/2008/layout/NameandTitleOrganizationalChart"/>
    <dgm:cxn modelId="{B4F1A85A-E03E-4CF2-A3BF-02BE4CBEBDE2}" type="presOf" srcId="{61D464B6-6F86-4E9B-8D47-CFF4CBA61DF3}" destId="{1B97D796-3530-445E-B72E-982FD23D80F2}" srcOrd="0" destOrd="0" presId="urn:microsoft.com/office/officeart/2008/layout/NameandTitleOrganizationalChart"/>
    <dgm:cxn modelId="{8C02DA81-7F52-4265-A926-BC10FCE09790}" type="presOf" srcId="{CD7FE4DE-4CB8-4897-9ABC-BD953EEFE95D}" destId="{083774B5-8874-44A5-B094-63CC38C31574}" srcOrd="0" destOrd="0" presId="urn:microsoft.com/office/officeart/2008/layout/NameandTitleOrganizationalChart"/>
    <dgm:cxn modelId="{865A5D88-062C-4516-A80B-AF2EABAFD597}" type="presOf" srcId="{E83F681B-14BC-4536-8588-48F4C4B79F91}" destId="{90DC53D9-6879-4F1B-9AFF-4BD9723CD5AB}" srcOrd="1" destOrd="0" presId="urn:microsoft.com/office/officeart/2008/layout/NameandTitleOrganizationalChart"/>
    <dgm:cxn modelId="{1D469E91-BEED-48FD-AA70-CBA9430AAC6E}" type="presOf" srcId="{EB97C843-1D73-4AA5-8E0A-EF0EB86FF9B4}" destId="{0F63B4F8-7219-4EF0-84B1-349C4967E9D2}" srcOrd="0" destOrd="0" presId="urn:microsoft.com/office/officeart/2008/layout/NameandTitleOrganizationalChart"/>
    <dgm:cxn modelId="{B48C4F96-E1EB-41F7-82D1-DC972D947102}" type="presOf" srcId="{9D949B99-5747-436B-B8D8-6888779D034A}" destId="{D80BA091-4675-453E-893A-B779FA422F2E}" srcOrd="0" destOrd="0" presId="urn:microsoft.com/office/officeart/2008/layout/NameandTitleOrganizationalChart"/>
    <dgm:cxn modelId="{4C6FF5A0-4326-4485-803A-74E00896E206}" type="presOf" srcId="{48095D1E-50A4-4397-B5D0-63FA33935F75}" destId="{0FAE98A2-4ADE-4399-A4B8-40945477134F}" srcOrd="0" destOrd="0" presId="urn:microsoft.com/office/officeart/2008/layout/NameandTitleOrganizationalChart"/>
    <dgm:cxn modelId="{35190CAF-A81F-4B96-A6C2-9261E82E6CCC}" srcId="{AF4DB803-90C9-4D1F-B70C-3EBF1B24BC8B}" destId="{CD7FE4DE-4CB8-4897-9ABC-BD953EEFE95D}" srcOrd="0" destOrd="0" parTransId="{C79955FA-F70B-4445-9468-402CC3665B2A}" sibTransId="{EB97C843-1D73-4AA5-8E0A-EF0EB86FF9B4}"/>
    <dgm:cxn modelId="{F60089BB-7E4D-4599-B957-BF77BFDFEB6A}" type="presOf" srcId="{8A486FD8-FE1F-40D1-A123-A45C9AD3E7A1}" destId="{BB44687B-E282-4CF2-814D-E3D9C72F57CC}" srcOrd="0" destOrd="0" presId="urn:microsoft.com/office/officeart/2008/layout/NameandTitleOrganizationalChart"/>
    <dgm:cxn modelId="{D3E405BC-1DFE-4BD5-95D2-476794CAD7F0}" type="presOf" srcId="{C52300FC-5979-4611-A18A-F3458FF748D2}" destId="{B0A5CAB9-5451-4B4B-97BF-4FC07EDEDBCB}" srcOrd="1" destOrd="0" presId="urn:microsoft.com/office/officeart/2008/layout/NameandTitleOrganizationalChart"/>
    <dgm:cxn modelId="{68FE97BC-C533-4AA4-97B4-4D58A8598241}" type="presOf" srcId="{3B06A15D-0ED1-49FB-BF89-F8AACD69AB78}" destId="{6A554EB3-D97E-4D64-BD4B-1014E1168B00}" srcOrd="0" destOrd="0" presId="urn:microsoft.com/office/officeart/2008/layout/NameandTitleOrganizationalChart"/>
    <dgm:cxn modelId="{EB3E8CBE-272F-45C3-A046-F74E3045952C}" type="presOf" srcId="{651FD07F-BDD1-49A4-92EA-882F841E2288}" destId="{72E4E7E3-AB16-4B5A-9258-8ADB0C456702}" srcOrd="0" destOrd="0" presId="urn:microsoft.com/office/officeart/2008/layout/NameandTitleOrganizationalChart"/>
    <dgm:cxn modelId="{62A43BC4-1083-4C82-A146-21B8F7FC3FF2}" type="presOf" srcId="{DC8EC2B7-A2E0-4EDB-88DC-868D0CF523E3}" destId="{6C3B8521-582B-4DB4-8E0F-C299A9913259}" srcOrd="0" destOrd="0" presId="urn:microsoft.com/office/officeart/2008/layout/NameandTitleOrganizationalChart"/>
    <dgm:cxn modelId="{6B5220C8-9A23-41A8-8ED4-2BAD249E67C6}" type="presOf" srcId="{AF4DB803-90C9-4D1F-B70C-3EBF1B24BC8B}" destId="{539CC492-6944-4DFE-98E2-8EB7A212964B}" srcOrd="1" destOrd="0" presId="urn:microsoft.com/office/officeart/2008/layout/NameandTitleOrganizationalChart"/>
    <dgm:cxn modelId="{9EB574CC-BBB4-4320-989D-E2E4BEF09C35}" srcId="{152CD02F-FFAD-4874-8217-74A38A7D3D13}" destId="{C4D55E0D-3330-4D2C-95C4-84C90D3F5DDD}" srcOrd="0" destOrd="0" parTransId="{DEF58871-1D91-4565-8632-F9DCF703C894}" sibTransId="{5898FDA5-6929-4C21-88B1-A23B33B2174F}"/>
    <dgm:cxn modelId="{A95342CD-F71B-4CC6-8C91-D9082091FB2A}" type="presOf" srcId="{6D4BBCC1-2439-428A-90E7-B4E917E9DBFD}" destId="{5735C598-24D0-40CA-A9A0-2641AA4C656D}" srcOrd="0" destOrd="0" presId="urn:microsoft.com/office/officeart/2008/layout/NameandTitleOrganizationalChart"/>
    <dgm:cxn modelId="{D90CA1D6-F3CB-4445-A498-46BA32EDD0DB}" srcId="{61D464B6-6F86-4E9B-8D47-CFF4CBA61DF3}" destId="{152CD02F-FFAD-4874-8217-74A38A7D3D13}" srcOrd="1" destOrd="0" parTransId="{C69C5641-6A93-4C9B-96C9-4520AFE30095}" sibTransId="{9E7CEB3A-3E0C-4D12-9CA1-17F7209ED061}"/>
    <dgm:cxn modelId="{B8BDB4D9-C58E-452B-900E-8F5D914C15F2}" type="presOf" srcId="{5898FDA5-6929-4C21-88B1-A23B33B2174F}" destId="{2F15AB72-AB7B-4B9C-A2E3-330003143B6F}" srcOrd="0" destOrd="0" presId="urn:microsoft.com/office/officeart/2008/layout/NameandTitleOrganizationalChart"/>
    <dgm:cxn modelId="{DDCE69E1-5C53-4D98-8300-ECAFA577D0B7}" type="presOf" srcId="{152CD02F-FFAD-4874-8217-74A38A7D3D13}" destId="{2DD1B30E-174F-45D5-A36E-19F18C2EDD2F}" srcOrd="0" destOrd="0" presId="urn:microsoft.com/office/officeart/2008/layout/NameandTitleOrganizationalChart"/>
    <dgm:cxn modelId="{3564DBE2-E7F5-449D-BFA3-3F05BF8BCA70}" srcId="{61D464B6-6F86-4E9B-8D47-CFF4CBA61DF3}" destId="{9D949B99-5747-436B-B8D8-6888779D034A}" srcOrd="0" destOrd="0" parTransId="{48095D1E-50A4-4397-B5D0-63FA33935F75}" sibTransId="{651FD07F-BDD1-49A4-92EA-882F841E2288}"/>
    <dgm:cxn modelId="{93385EE3-E904-4B5A-B823-BACDC3831D3C}" type="presOf" srcId="{CD7FE4DE-4CB8-4897-9ABC-BD953EEFE95D}" destId="{346C65A6-08CE-4F93-BBE7-6159FA0CE999}" srcOrd="1" destOrd="0" presId="urn:microsoft.com/office/officeart/2008/layout/NameandTitleOrganizationalChart"/>
    <dgm:cxn modelId="{D41138E9-E7D3-4C3B-A576-29ABA344FAB2}" type="presOf" srcId="{C69C5641-6A93-4C9B-96C9-4520AFE30095}" destId="{1055906E-1800-4001-B506-911EE25037A6}" srcOrd="0" destOrd="0" presId="urn:microsoft.com/office/officeart/2008/layout/NameandTitleOrganizationalChart"/>
    <dgm:cxn modelId="{684B65F1-0D57-4CC4-BB70-65DCD7D4D003}" type="presOf" srcId="{C52300FC-5979-4611-A18A-F3458FF748D2}" destId="{C15AC46D-6E99-4722-94FB-F45BE33DB462}" srcOrd="0" destOrd="0" presId="urn:microsoft.com/office/officeart/2008/layout/NameandTitleOrganizationalChart"/>
    <dgm:cxn modelId="{E75414F3-3E13-4DC9-A43F-879F2B1C0450}" type="presOf" srcId="{DEF58871-1D91-4565-8632-F9DCF703C894}" destId="{09413FFB-360D-4EDE-A916-262B16384D28}" srcOrd="0" destOrd="0" presId="urn:microsoft.com/office/officeart/2008/layout/NameandTitleOrganizationalChart"/>
    <dgm:cxn modelId="{ABFA09F4-DDCF-40B8-A4A5-943FCC9B5D3F}" type="presOf" srcId="{C4D55E0D-3330-4D2C-95C4-84C90D3F5DDD}" destId="{D605F72F-BF33-469C-A37A-346308B65586}" srcOrd="0" destOrd="0" presId="urn:microsoft.com/office/officeart/2008/layout/NameandTitleOrganizationalChart"/>
    <dgm:cxn modelId="{5829BBFE-E8F7-4B01-BD80-D7374AA95CAD}" type="presOf" srcId="{44DC18EB-35F1-4D70-AF3B-30C20EE4E33C}" destId="{2F2EA619-F817-4A1F-81ED-C0D7DD435252}" srcOrd="0" destOrd="0" presId="urn:microsoft.com/office/officeart/2008/layout/NameandTitleOrganizationalChart"/>
    <dgm:cxn modelId="{92953C46-629A-425C-91B2-07A25B8B1636}" type="presParOf" srcId="{61E960EB-2C96-4172-A844-979AA2D5C725}" destId="{F1226478-53EA-4C1F-B7A1-51C444F36085}" srcOrd="0" destOrd="0" presId="urn:microsoft.com/office/officeart/2008/layout/NameandTitleOrganizationalChart"/>
    <dgm:cxn modelId="{E0A5FD29-65C0-4D13-9DA9-3BD21970F6AE}" type="presParOf" srcId="{F1226478-53EA-4C1F-B7A1-51C444F36085}" destId="{2B5D06DE-30BA-48E1-A597-CE0D97A4DD0B}" srcOrd="0" destOrd="0" presId="urn:microsoft.com/office/officeart/2008/layout/NameandTitleOrganizationalChart"/>
    <dgm:cxn modelId="{E0BE697A-C5F1-4CFF-AD9C-6181F0B55BCA}" type="presParOf" srcId="{2B5D06DE-30BA-48E1-A597-CE0D97A4DD0B}" destId="{1B97D796-3530-445E-B72E-982FD23D80F2}" srcOrd="0" destOrd="0" presId="urn:microsoft.com/office/officeart/2008/layout/NameandTitleOrganizationalChart"/>
    <dgm:cxn modelId="{D53B3F55-A92F-444A-AEED-2A20FE5CE564}" type="presParOf" srcId="{2B5D06DE-30BA-48E1-A597-CE0D97A4DD0B}" destId="{1FEE2F85-48FA-4F1A-B40F-9C1F0C1B8B7F}" srcOrd="1" destOrd="0" presId="urn:microsoft.com/office/officeart/2008/layout/NameandTitleOrganizationalChart"/>
    <dgm:cxn modelId="{34BB9FDE-4AE1-405F-B754-C509789EECDF}" type="presParOf" srcId="{2B5D06DE-30BA-48E1-A597-CE0D97A4DD0B}" destId="{4E7C586F-8900-4FD6-A3B4-A30E1DDA35E1}" srcOrd="2" destOrd="0" presId="urn:microsoft.com/office/officeart/2008/layout/NameandTitleOrganizationalChart"/>
    <dgm:cxn modelId="{B9A03C93-37F0-4B85-9AFD-B3EFA59E742F}" type="presParOf" srcId="{F1226478-53EA-4C1F-B7A1-51C444F36085}" destId="{DB4EDDC4-2F19-4CFF-B6F4-DEA23EFB5788}" srcOrd="1" destOrd="0" presId="urn:microsoft.com/office/officeart/2008/layout/NameandTitleOrganizationalChart"/>
    <dgm:cxn modelId="{CF962B7F-B871-4E67-B9CE-F5EE8761E208}" type="presParOf" srcId="{DB4EDDC4-2F19-4CFF-B6F4-DEA23EFB5788}" destId="{0FAE98A2-4ADE-4399-A4B8-40945477134F}" srcOrd="0" destOrd="0" presId="urn:microsoft.com/office/officeart/2008/layout/NameandTitleOrganizationalChart"/>
    <dgm:cxn modelId="{4C8DAA16-B893-47B2-98BA-A360FE272AEE}" type="presParOf" srcId="{DB4EDDC4-2F19-4CFF-B6F4-DEA23EFB5788}" destId="{2169FF89-CFEA-4F61-AE13-C964A8EBFEE3}" srcOrd="1" destOrd="0" presId="urn:microsoft.com/office/officeart/2008/layout/NameandTitleOrganizationalChart"/>
    <dgm:cxn modelId="{35BBC318-FCAB-4DCB-890C-41FF4FD2940D}" type="presParOf" srcId="{2169FF89-CFEA-4F61-AE13-C964A8EBFEE3}" destId="{DD08E93E-71D9-4F57-B21E-DC8B0D7532E7}" srcOrd="0" destOrd="0" presId="urn:microsoft.com/office/officeart/2008/layout/NameandTitleOrganizationalChart"/>
    <dgm:cxn modelId="{B9C5D0B8-4211-4727-93FA-650166C00BBE}" type="presParOf" srcId="{DD08E93E-71D9-4F57-B21E-DC8B0D7532E7}" destId="{D80BA091-4675-453E-893A-B779FA422F2E}" srcOrd="0" destOrd="0" presId="urn:microsoft.com/office/officeart/2008/layout/NameandTitleOrganizationalChart"/>
    <dgm:cxn modelId="{35A546B2-47EE-4F3B-B98C-39DFC6B61438}" type="presParOf" srcId="{DD08E93E-71D9-4F57-B21E-DC8B0D7532E7}" destId="{72E4E7E3-AB16-4B5A-9258-8ADB0C456702}" srcOrd="1" destOrd="0" presId="urn:microsoft.com/office/officeart/2008/layout/NameandTitleOrganizationalChart"/>
    <dgm:cxn modelId="{42E1F550-B821-44F1-8692-2A1AB7580432}" type="presParOf" srcId="{DD08E93E-71D9-4F57-B21E-DC8B0D7532E7}" destId="{800C6B9E-9219-459D-B0F4-2AAF7775D565}" srcOrd="2" destOrd="0" presId="urn:microsoft.com/office/officeart/2008/layout/NameandTitleOrganizationalChart"/>
    <dgm:cxn modelId="{8AD277FF-2287-4B99-8795-02F000B6AA85}" type="presParOf" srcId="{2169FF89-CFEA-4F61-AE13-C964A8EBFEE3}" destId="{911FB820-55D1-4372-B5FF-C7692ADDB8F3}" srcOrd="1" destOrd="0" presId="urn:microsoft.com/office/officeart/2008/layout/NameandTitleOrganizationalChart"/>
    <dgm:cxn modelId="{DC97C152-D5F8-43C6-8EAF-BD780C017A5E}" type="presParOf" srcId="{911FB820-55D1-4372-B5FF-C7692ADDB8F3}" destId="{E8EB4287-F893-43F4-9C4B-17ECE0890291}" srcOrd="0" destOrd="0" presId="urn:microsoft.com/office/officeart/2008/layout/NameandTitleOrganizationalChart"/>
    <dgm:cxn modelId="{BCFEBE4F-E229-46D4-B014-DD8A1FD07496}" type="presParOf" srcId="{911FB820-55D1-4372-B5FF-C7692ADDB8F3}" destId="{AE6480CA-7143-4E0D-A78F-B4F7BF7B0EEC}" srcOrd="1" destOrd="0" presId="urn:microsoft.com/office/officeart/2008/layout/NameandTitleOrganizationalChart"/>
    <dgm:cxn modelId="{F01E072C-E800-43E4-A6A0-822B58D0520B}" type="presParOf" srcId="{AE6480CA-7143-4E0D-A78F-B4F7BF7B0EEC}" destId="{26968A99-300B-46E3-98BA-AEBE6549ACE2}" srcOrd="0" destOrd="0" presId="urn:microsoft.com/office/officeart/2008/layout/NameandTitleOrganizationalChart"/>
    <dgm:cxn modelId="{B240322B-8811-4FAE-9F4A-008B26B8DD41}" type="presParOf" srcId="{26968A99-300B-46E3-98BA-AEBE6549ACE2}" destId="{AA94CF06-6EC4-4A22-81C8-93F4C5BE9969}" srcOrd="0" destOrd="0" presId="urn:microsoft.com/office/officeart/2008/layout/NameandTitleOrganizationalChart"/>
    <dgm:cxn modelId="{7A9B2012-8AAF-467C-B08F-DEEED854E832}" type="presParOf" srcId="{26968A99-300B-46E3-98BA-AEBE6549ACE2}" destId="{6A554EB3-D97E-4D64-BD4B-1014E1168B00}" srcOrd="1" destOrd="0" presId="urn:microsoft.com/office/officeart/2008/layout/NameandTitleOrganizationalChart"/>
    <dgm:cxn modelId="{95BDF814-8F3F-4394-9D38-0CA1C6DADD0A}" type="presParOf" srcId="{26968A99-300B-46E3-98BA-AEBE6549ACE2}" destId="{90DC53D9-6879-4F1B-9AFF-4BD9723CD5AB}" srcOrd="2" destOrd="0" presId="urn:microsoft.com/office/officeart/2008/layout/NameandTitleOrganizationalChart"/>
    <dgm:cxn modelId="{AC2C3ED0-0FCC-41D0-A865-8230BB3EA8AE}" type="presParOf" srcId="{AE6480CA-7143-4E0D-A78F-B4F7BF7B0EEC}" destId="{327B1047-45A6-43D1-AA44-90EC016E469C}" srcOrd="1" destOrd="0" presId="urn:microsoft.com/office/officeart/2008/layout/NameandTitleOrganizationalChart"/>
    <dgm:cxn modelId="{322CFAAA-07D9-401F-9F3F-C7A090AF0E29}" type="presParOf" srcId="{AE6480CA-7143-4E0D-A78F-B4F7BF7B0EEC}" destId="{4C9925EB-B185-4314-BDCB-D92E05453B94}" srcOrd="2" destOrd="0" presId="urn:microsoft.com/office/officeart/2008/layout/NameandTitleOrganizationalChart"/>
    <dgm:cxn modelId="{DD503A62-0AD5-475E-A161-161EC6F4EE46}" type="presParOf" srcId="{911FB820-55D1-4372-B5FF-C7692ADDB8F3}" destId="{A81BA749-C204-4FE2-BB07-F5E4DBE6E86D}" srcOrd="2" destOrd="0" presId="urn:microsoft.com/office/officeart/2008/layout/NameandTitleOrganizationalChart"/>
    <dgm:cxn modelId="{68555E27-11AB-4C1F-9D38-1689BFA040C3}" type="presParOf" srcId="{911FB820-55D1-4372-B5FF-C7692ADDB8F3}" destId="{E43972A1-0D8B-44B1-9569-3D3AC1B34C79}" srcOrd="3" destOrd="0" presId="urn:microsoft.com/office/officeart/2008/layout/NameandTitleOrganizationalChart"/>
    <dgm:cxn modelId="{4DBF5F5F-D207-44DB-897C-8FC0768ECBC6}" type="presParOf" srcId="{E43972A1-0D8B-44B1-9569-3D3AC1B34C79}" destId="{CE8D35CB-9AE4-41EF-89BE-B9A8252B1CB0}" srcOrd="0" destOrd="0" presId="urn:microsoft.com/office/officeart/2008/layout/NameandTitleOrganizationalChart"/>
    <dgm:cxn modelId="{06748003-D27C-49BA-83D9-2E45776A1774}" type="presParOf" srcId="{CE8D35CB-9AE4-41EF-89BE-B9A8252B1CB0}" destId="{4D161412-DDC6-4007-93E1-967246F28EA3}" srcOrd="0" destOrd="0" presId="urn:microsoft.com/office/officeart/2008/layout/NameandTitleOrganizationalChart"/>
    <dgm:cxn modelId="{B76A1CF2-E1EA-4586-B897-F0851AE7DADA}" type="presParOf" srcId="{CE8D35CB-9AE4-41EF-89BE-B9A8252B1CB0}" destId="{A2EA645A-54AC-4E10-9490-3F8ADA0FA9DF}" srcOrd="1" destOrd="0" presId="urn:microsoft.com/office/officeart/2008/layout/NameandTitleOrganizationalChart"/>
    <dgm:cxn modelId="{AEA6E6EC-D40A-47B6-966F-9AF0573F619C}" type="presParOf" srcId="{CE8D35CB-9AE4-41EF-89BE-B9A8252B1CB0}" destId="{3B0CAA21-08E0-41BF-A84F-F398615465F3}" srcOrd="2" destOrd="0" presId="urn:microsoft.com/office/officeart/2008/layout/NameandTitleOrganizationalChart"/>
    <dgm:cxn modelId="{F9C6439B-3A5B-448F-AFA1-5E98AE8770F6}" type="presParOf" srcId="{E43972A1-0D8B-44B1-9569-3D3AC1B34C79}" destId="{9EEFF15D-D312-46B3-9406-10C2890716A8}" srcOrd="1" destOrd="0" presId="urn:microsoft.com/office/officeart/2008/layout/NameandTitleOrganizationalChart"/>
    <dgm:cxn modelId="{533BE1CE-B2D2-42B3-9A8B-F8DA0C1B1CE7}" type="presParOf" srcId="{E43972A1-0D8B-44B1-9569-3D3AC1B34C79}" destId="{20CF22A2-0295-458E-ABC6-8CB44121480A}" srcOrd="2" destOrd="0" presId="urn:microsoft.com/office/officeart/2008/layout/NameandTitleOrganizationalChart"/>
    <dgm:cxn modelId="{C432514F-363D-40ED-8CB7-0CF09C339B7F}" type="presParOf" srcId="{2169FF89-CFEA-4F61-AE13-C964A8EBFEE3}" destId="{FEE69603-DA3B-4ACD-9D88-708402F6112E}" srcOrd="2" destOrd="0" presId="urn:microsoft.com/office/officeart/2008/layout/NameandTitleOrganizationalChart"/>
    <dgm:cxn modelId="{876491A2-45F8-4508-B9CA-3D7FCD244540}" type="presParOf" srcId="{DB4EDDC4-2F19-4CFF-B6F4-DEA23EFB5788}" destId="{1055906E-1800-4001-B506-911EE25037A6}" srcOrd="2" destOrd="0" presId="urn:microsoft.com/office/officeart/2008/layout/NameandTitleOrganizationalChart"/>
    <dgm:cxn modelId="{73C1F16C-75D1-4D79-94B6-A7D371F642BA}" type="presParOf" srcId="{DB4EDDC4-2F19-4CFF-B6F4-DEA23EFB5788}" destId="{37D10034-3F12-4F11-95E8-9CAACCD365DE}" srcOrd="3" destOrd="0" presId="urn:microsoft.com/office/officeart/2008/layout/NameandTitleOrganizationalChart"/>
    <dgm:cxn modelId="{3BA978D5-F19A-4760-A1AA-D4601E106814}" type="presParOf" srcId="{37D10034-3F12-4F11-95E8-9CAACCD365DE}" destId="{A9330076-CA06-4DE0-8B4A-FABF0D0DA7F5}" srcOrd="0" destOrd="0" presId="urn:microsoft.com/office/officeart/2008/layout/NameandTitleOrganizationalChart"/>
    <dgm:cxn modelId="{39D61348-B743-4C30-8616-313350DECF3B}" type="presParOf" srcId="{A9330076-CA06-4DE0-8B4A-FABF0D0DA7F5}" destId="{2DD1B30E-174F-45D5-A36E-19F18C2EDD2F}" srcOrd="0" destOrd="0" presId="urn:microsoft.com/office/officeart/2008/layout/NameandTitleOrganizationalChart"/>
    <dgm:cxn modelId="{0A2F5C1D-3C81-4C39-94EB-7473A17F78FC}" type="presParOf" srcId="{A9330076-CA06-4DE0-8B4A-FABF0D0DA7F5}" destId="{8F510A53-993D-4103-9BBE-EDE9AF6662A0}" srcOrd="1" destOrd="0" presId="urn:microsoft.com/office/officeart/2008/layout/NameandTitleOrganizationalChart"/>
    <dgm:cxn modelId="{14E2D60F-4668-4A55-9ECB-73A554FA51E1}" type="presParOf" srcId="{A9330076-CA06-4DE0-8B4A-FABF0D0DA7F5}" destId="{5D667DF5-54B9-4A27-8C5C-C0EE8E3C644D}" srcOrd="2" destOrd="0" presId="urn:microsoft.com/office/officeart/2008/layout/NameandTitleOrganizationalChart"/>
    <dgm:cxn modelId="{103ADA1D-51CD-431E-8726-3FF990D6A554}" type="presParOf" srcId="{37D10034-3F12-4F11-95E8-9CAACCD365DE}" destId="{264E62A1-5466-476C-8C68-5B67362138D2}" srcOrd="1" destOrd="0" presId="urn:microsoft.com/office/officeart/2008/layout/NameandTitleOrganizationalChart"/>
    <dgm:cxn modelId="{2BEF9113-C54B-48E7-8D69-878DE85E7939}" type="presParOf" srcId="{264E62A1-5466-476C-8C68-5B67362138D2}" destId="{09413FFB-360D-4EDE-A916-262B16384D28}" srcOrd="0" destOrd="0" presId="urn:microsoft.com/office/officeart/2008/layout/NameandTitleOrganizationalChart"/>
    <dgm:cxn modelId="{BAB5170D-2D9D-481B-BD6B-6021243DF5BE}" type="presParOf" srcId="{264E62A1-5466-476C-8C68-5B67362138D2}" destId="{5943D3AE-3B1F-40B1-9BDC-9B037DFB2F5F}" srcOrd="1" destOrd="0" presId="urn:microsoft.com/office/officeart/2008/layout/NameandTitleOrganizationalChart"/>
    <dgm:cxn modelId="{7F2DA155-58B9-4EAE-9463-2FF62AE50ECD}" type="presParOf" srcId="{5943D3AE-3B1F-40B1-9BDC-9B037DFB2F5F}" destId="{645689EA-F4B7-43E0-BB4F-1E43400E37C2}" srcOrd="0" destOrd="0" presId="urn:microsoft.com/office/officeart/2008/layout/NameandTitleOrganizationalChart"/>
    <dgm:cxn modelId="{55C77F06-0C86-494F-8841-4830FEA6C365}" type="presParOf" srcId="{645689EA-F4B7-43E0-BB4F-1E43400E37C2}" destId="{D605F72F-BF33-469C-A37A-346308B65586}" srcOrd="0" destOrd="0" presId="urn:microsoft.com/office/officeart/2008/layout/NameandTitleOrganizationalChart"/>
    <dgm:cxn modelId="{6CF02135-B777-4266-B447-2C8948A07678}" type="presParOf" srcId="{645689EA-F4B7-43E0-BB4F-1E43400E37C2}" destId="{2F15AB72-AB7B-4B9C-A2E3-330003143B6F}" srcOrd="1" destOrd="0" presId="urn:microsoft.com/office/officeart/2008/layout/NameandTitleOrganizationalChart"/>
    <dgm:cxn modelId="{76428C98-A8CF-4AC4-8577-AF5FEA50E81B}" type="presParOf" srcId="{645689EA-F4B7-43E0-BB4F-1E43400E37C2}" destId="{05EFA51A-EE8B-4749-9347-37B80E266EDC}" srcOrd="2" destOrd="0" presId="urn:microsoft.com/office/officeart/2008/layout/NameandTitleOrganizationalChart"/>
    <dgm:cxn modelId="{C0C2490B-26A4-424C-AF74-600CFA0376C9}" type="presParOf" srcId="{5943D3AE-3B1F-40B1-9BDC-9B037DFB2F5F}" destId="{3064DF2F-2CBF-4813-BFB9-6298A2D45493}" srcOrd="1" destOrd="0" presId="urn:microsoft.com/office/officeart/2008/layout/NameandTitleOrganizationalChart"/>
    <dgm:cxn modelId="{33722593-8268-4DE7-BB5D-FEBB1EE8F15B}" type="presParOf" srcId="{5943D3AE-3B1F-40B1-9BDC-9B037DFB2F5F}" destId="{CD8998F2-6F5E-4698-A2BB-B435DBE0967B}" srcOrd="2" destOrd="0" presId="urn:microsoft.com/office/officeart/2008/layout/NameandTitleOrganizationalChart"/>
    <dgm:cxn modelId="{9B6AA96B-1A10-4A82-8AA4-E0DADCFA0F99}" type="presParOf" srcId="{264E62A1-5466-476C-8C68-5B67362138D2}" destId="{564564DF-0E29-4DEF-8EAD-CFA1F6F9515F}" srcOrd="2" destOrd="0" presId="urn:microsoft.com/office/officeart/2008/layout/NameandTitleOrganizationalChart"/>
    <dgm:cxn modelId="{901632C5-51DB-4283-9648-EA7AA64DCB3C}" type="presParOf" srcId="{264E62A1-5466-476C-8C68-5B67362138D2}" destId="{00012602-FD14-4832-BB7E-260755FBF0B8}" srcOrd="3" destOrd="0" presId="urn:microsoft.com/office/officeart/2008/layout/NameandTitleOrganizationalChart"/>
    <dgm:cxn modelId="{C782F788-B136-4146-AC7E-F0E7102EC0C9}" type="presParOf" srcId="{00012602-FD14-4832-BB7E-260755FBF0B8}" destId="{76EDF57B-26CA-40E5-A339-74ED62F688A3}" srcOrd="0" destOrd="0" presId="urn:microsoft.com/office/officeart/2008/layout/NameandTitleOrganizationalChart"/>
    <dgm:cxn modelId="{1A57371F-9BDB-4D83-843A-602180132A72}" type="presParOf" srcId="{76EDF57B-26CA-40E5-A339-74ED62F688A3}" destId="{C15AC46D-6E99-4722-94FB-F45BE33DB462}" srcOrd="0" destOrd="0" presId="urn:microsoft.com/office/officeart/2008/layout/NameandTitleOrganizationalChart"/>
    <dgm:cxn modelId="{9530E24E-1FAD-4293-9C7D-CCEE11B591CD}" type="presParOf" srcId="{76EDF57B-26CA-40E5-A339-74ED62F688A3}" destId="{BB44687B-E282-4CF2-814D-E3D9C72F57CC}" srcOrd="1" destOrd="0" presId="urn:microsoft.com/office/officeart/2008/layout/NameandTitleOrganizationalChart"/>
    <dgm:cxn modelId="{BA7D8624-02BD-4CA5-8EBB-EB4E008F2370}" type="presParOf" srcId="{76EDF57B-26CA-40E5-A339-74ED62F688A3}" destId="{B0A5CAB9-5451-4B4B-97BF-4FC07EDEDBCB}" srcOrd="2" destOrd="0" presId="urn:microsoft.com/office/officeart/2008/layout/NameandTitleOrganizationalChart"/>
    <dgm:cxn modelId="{BEA467FA-755A-4A70-9222-FF5FBB20A1A0}" type="presParOf" srcId="{00012602-FD14-4832-BB7E-260755FBF0B8}" destId="{6EFED8BF-DD94-4BFB-ADD5-9D753A8889A9}" srcOrd="1" destOrd="0" presId="urn:microsoft.com/office/officeart/2008/layout/NameandTitleOrganizationalChart"/>
    <dgm:cxn modelId="{C3B3CC7A-9207-46EC-A774-554FF316E3F1}" type="presParOf" srcId="{00012602-FD14-4832-BB7E-260755FBF0B8}" destId="{F6768C83-8AFD-4726-8515-0CCD7A5CE118}" srcOrd="2" destOrd="0" presId="urn:microsoft.com/office/officeart/2008/layout/NameandTitleOrganizationalChart"/>
    <dgm:cxn modelId="{C44F058F-6DDE-4D47-8585-228E0A4F4ADE}" type="presParOf" srcId="{37D10034-3F12-4F11-95E8-9CAACCD365DE}" destId="{6B5D51E9-55B0-45FA-85DF-D816CAC122DD}" srcOrd="2" destOrd="0" presId="urn:microsoft.com/office/officeart/2008/layout/NameandTitleOrganizationalChart"/>
    <dgm:cxn modelId="{9448BA84-CBD8-4412-BB02-7FAFA7B4F509}" type="presParOf" srcId="{DB4EDDC4-2F19-4CFF-B6F4-DEA23EFB5788}" destId="{2F2EA619-F817-4A1F-81ED-C0D7DD435252}" srcOrd="4" destOrd="0" presId="urn:microsoft.com/office/officeart/2008/layout/NameandTitleOrganizationalChart"/>
    <dgm:cxn modelId="{19D00AC5-DBC8-4CC6-967D-74C6C963F3AA}" type="presParOf" srcId="{DB4EDDC4-2F19-4CFF-B6F4-DEA23EFB5788}" destId="{D545B2A4-3B8C-4866-843B-E1A72CA54D59}" srcOrd="5" destOrd="0" presId="urn:microsoft.com/office/officeart/2008/layout/NameandTitleOrganizationalChart"/>
    <dgm:cxn modelId="{6C1EC502-57C4-42FA-874E-507E72842EBC}" type="presParOf" srcId="{D545B2A4-3B8C-4866-843B-E1A72CA54D59}" destId="{FA5A37B1-48AA-405F-9368-01ABEA4F1850}" srcOrd="0" destOrd="0" presId="urn:microsoft.com/office/officeart/2008/layout/NameandTitleOrganizationalChart"/>
    <dgm:cxn modelId="{9DD2AE44-828B-451D-863E-2B094C3B7E29}" type="presParOf" srcId="{FA5A37B1-48AA-405F-9368-01ABEA4F1850}" destId="{55A38E58-39C9-48A0-A677-3843239A393C}" srcOrd="0" destOrd="0" presId="urn:microsoft.com/office/officeart/2008/layout/NameandTitleOrganizationalChart"/>
    <dgm:cxn modelId="{67032056-3ADF-4E77-933A-B8F5DD918ADE}" type="presParOf" srcId="{FA5A37B1-48AA-405F-9368-01ABEA4F1850}" destId="{6C3B8521-582B-4DB4-8E0F-C299A9913259}" srcOrd="1" destOrd="0" presId="urn:microsoft.com/office/officeart/2008/layout/NameandTitleOrganizationalChart"/>
    <dgm:cxn modelId="{5AE4D80C-7366-48B6-88AE-7F90F87171C3}" type="presParOf" srcId="{FA5A37B1-48AA-405F-9368-01ABEA4F1850}" destId="{539CC492-6944-4DFE-98E2-8EB7A212964B}" srcOrd="2" destOrd="0" presId="urn:microsoft.com/office/officeart/2008/layout/NameandTitleOrganizationalChart"/>
    <dgm:cxn modelId="{BD86FF45-6FD0-4366-A16E-447CC32F87E4}" type="presParOf" srcId="{D545B2A4-3B8C-4866-843B-E1A72CA54D59}" destId="{7347CE8F-B533-451A-89BD-229FF0E4D6C3}" srcOrd="1" destOrd="0" presId="urn:microsoft.com/office/officeart/2008/layout/NameandTitleOrganizationalChart"/>
    <dgm:cxn modelId="{E7BFDA86-A2B2-4E70-8D23-5FF08A5F6CE8}" type="presParOf" srcId="{7347CE8F-B533-451A-89BD-229FF0E4D6C3}" destId="{6B7BB686-A32F-4D42-8F2E-C9535D2CA3AD}" srcOrd="0" destOrd="0" presId="urn:microsoft.com/office/officeart/2008/layout/NameandTitleOrganizationalChart"/>
    <dgm:cxn modelId="{48A08095-3EE8-4442-82A1-20BB86049C4C}" type="presParOf" srcId="{7347CE8F-B533-451A-89BD-229FF0E4D6C3}" destId="{62984303-AE16-430A-BEE4-EAB31761644B}" srcOrd="1" destOrd="0" presId="urn:microsoft.com/office/officeart/2008/layout/NameandTitleOrganizationalChart"/>
    <dgm:cxn modelId="{D53C3DAC-D583-4159-9F71-C01CD339696E}" type="presParOf" srcId="{62984303-AE16-430A-BEE4-EAB31761644B}" destId="{0CDE0DA3-2DC7-4F3E-A0D7-D51726CD6EB9}" srcOrd="0" destOrd="0" presId="urn:microsoft.com/office/officeart/2008/layout/NameandTitleOrganizationalChart"/>
    <dgm:cxn modelId="{C27BC25F-ACD9-4578-BFD4-F19DF16E440F}" type="presParOf" srcId="{0CDE0DA3-2DC7-4F3E-A0D7-D51726CD6EB9}" destId="{083774B5-8874-44A5-B094-63CC38C31574}" srcOrd="0" destOrd="0" presId="urn:microsoft.com/office/officeart/2008/layout/NameandTitleOrganizationalChart"/>
    <dgm:cxn modelId="{320ABB17-971E-4145-AA5F-32111BEEA3DC}" type="presParOf" srcId="{0CDE0DA3-2DC7-4F3E-A0D7-D51726CD6EB9}" destId="{0F63B4F8-7219-4EF0-84B1-349C4967E9D2}" srcOrd="1" destOrd="0" presId="urn:microsoft.com/office/officeart/2008/layout/NameandTitleOrganizationalChart"/>
    <dgm:cxn modelId="{AA2C8FAB-1645-4912-A083-5F376013D4B4}" type="presParOf" srcId="{0CDE0DA3-2DC7-4F3E-A0D7-D51726CD6EB9}" destId="{346C65A6-08CE-4F93-BBE7-6159FA0CE999}" srcOrd="2" destOrd="0" presId="urn:microsoft.com/office/officeart/2008/layout/NameandTitleOrganizationalChart"/>
    <dgm:cxn modelId="{44882163-A17E-494E-BC6C-A8FD8D1FFA5C}" type="presParOf" srcId="{62984303-AE16-430A-BEE4-EAB31761644B}" destId="{292CE96E-B27A-411C-82FC-A18DA8917B9B}" srcOrd="1" destOrd="0" presId="urn:microsoft.com/office/officeart/2008/layout/NameandTitleOrganizationalChart"/>
    <dgm:cxn modelId="{BA65684F-106E-4EBC-8098-89C280FD303A}" type="presParOf" srcId="{62984303-AE16-430A-BEE4-EAB31761644B}" destId="{E5D554FC-7460-4B05-B649-76BEE31A2F0C}" srcOrd="2" destOrd="0" presId="urn:microsoft.com/office/officeart/2008/layout/NameandTitleOrganizationalChart"/>
    <dgm:cxn modelId="{ABB4BABC-5570-4C8F-B9AD-070C4DD654E1}" type="presParOf" srcId="{7347CE8F-B533-451A-89BD-229FF0E4D6C3}" destId="{B0C38991-29C5-4996-AA65-110204A91A06}" srcOrd="2" destOrd="0" presId="urn:microsoft.com/office/officeart/2008/layout/NameandTitleOrganizationalChart"/>
    <dgm:cxn modelId="{0A664828-E696-4DAC-9583-AB50EC9CE2E1}" type="presParOf" srcId="{7347CE8F-B533-451A-89BD-229FF0E4D6C3}" destId="{752ED152-1E18-4403-8D83-031A19C2EA8D}" srcOrd="3" destOrd="0" presId="urn:microsoft.com/office/officeart/2008/layout/NameandTitleOrganizationalChart"/>
    <dgm:cxn modelId="{F7510AD5-71AD-430C-9F17-06ACE60054F9}" type="presParOf" srcId="{752ED152-1E18-4403-8D83-031A19C2EA8D}" destId="{965C6C44-92AB-46C3-BDF1-FEBA29B9A710}" srcOrd="0" destOrd="0" presId="urn:microsoft.com/office/officeart/2008/layout/NameandTitleOrganizationalChart"/>
    <dgm:cxn modelId="{3B0988B4-F001-4210-ABD3-AEDE60F79CCC}" type="presParOf" srcId="{965C6C44-92AB-46C3-BDF1-FEBA29B9A710}" destId="{F79282FD-4DDC-4FB0-83E1-11C980DAD3ED}" srcOrd="0" destOrd="0" presId="urn:microsoft.com/office/officeart/2008/layout/NameandTitleOrganizationalChart"/>
    <dgm:cxn modelId="{4CC0332E-C95A-4BE5-979A-32036E5DDDE2}" type="presParOf" srcId="{965C6C44-92AB-46C3-BDF1-FEBA29B9A710}" destId="{5735C598-24D0-40CA-A9A0-2641AA4C656D}" srcOrd="1" destOrd="0" presId="urn:microsoft.com/office/officeart/2008/layout/NameandTitleOrganizationalChart"/>
    <dgm:cxn modelId="{EA3C2146-200F-4EF8-B87F-FA3A5441E413}" type="presParOf" srcId="{965C6C44-92AB-46C3-BDF1-FEBA29B9A710}" destId="{CA4BBE49-602C-4BF8-9A0E-E65E0D92F3BE}" srcOrd="2" destOrd="0" presId="urn:microsoft.com/office/officeart/2008/layout/NameandTitleOrganizationalChart"/>
    <dgm:cxn modelId="{A0C76256-7CC3-42F7-92A0-3F47C2D0AA10}" type="presParOf" srcId="{752ED152-1E18-4403-8D83-031A19C2EA8D}" destId="{81008B3A-D215-46AE-AFF0-3D0F58FF1506}" srcOrd="1" destOrd="0" presId="urn:microsoft.com/office/officeart/2008/layout/NameandTitleOrganizationalChart"/>
    <dgm:cxn modelId="{8D0D608C-5A66-4216-9EFA-79DFE26A397C}" type="presParOf" srcId="{752ED152-1E18-4403-8D83-031A19C2EA8D}" destId="{A8F13F2C-A0F1-4C9A-8DCB-3E77BFE8FAAB}" srcOrd="2" destOrd="0" presId="urn:microsoft.com/office/officeart/2008/layout/NameandTitleOrganizationalChart"/>
    <dgm:cxn modelId="{34A0F25B-AD38-45CF-AAD5-C392BD0E553E}" type="presParOf" srcId="{D545B2A4-3B8C-4866-843B-E1A72CA54D59}" destId="{A916D930-F8F6-4D64-B37E-47220FA2BB3A}" srcOrd="2" destOrd="0" presId="urn:microsoft.com/office/officeart/2008/layout/NameandTitleOrganizationalChart"/>
    <dgm:cxn modelId="{A0E01FE6-540C-4013-9F67-D1F6FED5AA0D}" type="presParOf" srcId="{F1226478-53EA-4C1F-B7A1-51C444F36085}" destId="{32902DCA-C9D2-4B2E-8FAF-1B39A886FCE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1A96AA-1774-484B-BA1D-D386E1372314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pt-BR"/>
        </a:p>
      </dgm:t>
    </dgm:pt>
    <dgm:pt modelId="{DEA29A82-B7CE-4415-9747-551F89979B23}">
      <dgm:prSet phldrT="[Texto]" phldr="0" custT="1"/>
      <dgm:spPr/>
      <dgm:t>
        <a:bodyPr/>
        <a:lstStyle/>
        <a:p>
          <a:r>
            <a:rPr lang="pt-BR" sz="4000" dirty="0" err="1"/>
            <a:t>iCEI</a:t>
          </a:r>
          <a:endParaRPr lang="pt-BR" sz="4000" dirty="0"/>
        </a:p>
      </dgm:t>
    </dgm:pt>
    <dgm:pt modelId="{77590F63-CC97-43D4-9AFE-030905AB15FE}" type="parTrans" cxnId="{3EE7661E-E8A7-4EFA-A773-7A964E93F8EB}">
      <dgm:prSet/>
      <dgm:spPr/>
      <dgm:t>
        <a:bodyPr/>
        <a:lstStyle/>
        <a:p>
          <a:endParaRPr lang="pt-BR"/>
        </a:p>
      </dgm:t>
    </dgm:pt>
    <dgm:pt modelId="{B7BA7954-0CCC-4AA7-B10E-962BDCF2AF98}" type="sibTrans" cxnId="{3EE7661E-E8A7-4EFA-A773-7A964E93F8EB}">
      <dgm:prSet/>
      <dgm:spPr/>
      <dgm:t>
        <a:bodyPr/>
        <a:lstStyle/>
        <a:p>
          <a:endParaRPr lang="pt-BR"/>
        </a:p>
      </dgm:t>
    </dgm:pt>
    <dgm:pt modelId="{B5189EB3-26DA-4A37-B014-6E9229E8CB5A}">
      <dgm:prSet phldrT="[Texto]" phldr="0" custT="1"/>
      <dgm:spPr/>
      <dgm:t>
        <a:bodyPr/>
        <a:lstStyle/>
        <a:p>
          <a:r>
            <a:rPr lang="pt-BR" sz="4000" dirty="0" err="1"/>
            <a:t>iPTIR</a:t>
          </a:r>
          <a:endParaRPr lang="pt-BR" sz="4000" dirty="0"/>
        </a:p>
      </dgm:t>
    </dgm:pt>
    <dgm:pt modelId="{B6BFB050-E408-46B7-ABD0-F1832AB98BE4}" type="parTrans" cxnId="{BA53C486-A996-46DF-8551-D3AE578B96B5}">
      <dgm:prSet/>
      <dgm:spPr/>
      <dgm:t>
        <a:bodyPr/>
        <a:lstStyle/>
        <a:p>
          <a:endParaRPr lang="pt-BR"/>
        </a:p>
      </dgm:t>
    </dgm:pt>
    <dgm:pt modelId="{34624DDD-CD5C-41A5-ACE6-BADE39D0DE7D}" type="sibTrans" cxnId="{BA53C486-A996-46DF-8551-D3AE578B96B5}">
      <dgm:prSet/>
      <dgm:spPr/>
      <dgm:t>
        <a:bodyPr/>
        <a:lstStyle/>
        <a:p>
          <a:endParaRPr lang="pt-BR"/>
        </a:p>
      </dgm:t>
    </dgm:pt>
    <dgm:pt modelId="{8BFBF640-C562-434D-88D0-515076946AEF}">
      <dgm:prSet phldrT="[Texto]" phldr="0" custT="1"/>
      <dgm:spPr/>
      <dgm:t>
        <a:bodyPr/>
        <a:lstStyle/>
        <a:p>
          <a:r>
            <a:rPr lang="pt-BR" sz="2000" dirty="0" err="1"/>
            <a:t>Tx_UBS</a:t>
          </a:r>
          <a:endParaRPr lang="pt-BR" sz="2000" dirty="0"/>
        </a:p>
      </dgm:t>
    </dgm:pt>
    <dgm:pt modelId="{74BB8236-7AF9-42B9-82D9-2E10F47690B7}" type="parTrans" cxnId="{9067ACE7-53C2-402E-AAA8-E625D94D55B1}">
      <dgm:prSet/>
      <dgm:spPr/>
      <dgm:t>
        <a:bodyPr/>
        <a:lstStyle/>
        <a:p>
          <a:endParaRPr lang="pt-BR"/>
        </a:p>
      </dgm:t>
    </dgm:pt>
    <dgm:pt modelId="{F9637E10-E5F8-4ECA-9B9E-7A9FE936C0D9}" type="sibTrans" cxnId="{9067ACE7-53C2-402E-AAA8-E625D94D55B1}">
      <dgm:prSet/>
      <dgm:spPr/>
      <dgm:t>
        <a:bodyPr/>
        <a:lstStyle/>
        <a:p>
          <a:endParaRPr lang="pt-BR"/>
        </a:p>
      </dgm:t>
    </dgm:pt>
    <dgm:pt modelId="{C928C62F-D19D-4EA1-AB4E-C44759B2CCD0}">
      <dgm:prSet phldrT="[Texto]" phldr="0" custT="1"/>
      <dgm:spPr/>
      <dgm:t>
        <a:bodyPr/>
        <a:lstStyle/>
        <a:p>
          <a:r>
            <a:rPr lang="pt-BR" sz="2000" dirty="0" err="1"/>
            <a:t>Tx_ESF</a:t>
          </a:r>
          <a:endParaRPr lang="pt-BR" sz="2000" dirty="0"/>
        </a:p>
      </dgm:t>
    </dgm:pt>
    <dgm:pt modelId="{392E597C-2585-4205-BCBB-E509F25660A4}" type="parTrans" cxnId="{F8FFC8E3-2FB9-4CF7-88B2-B757864E280B}">
      <dgm:prSet/>
      <dgm:spPr/>
      <dgm:t>
        <a:bodyPr/>
        <a:lstStyle/>
        <a:p>
          <a:endParaRPr lang="pt-BR"/>
        </a:p>
      </dgm:t>
    </dgm:pt>
    <dgm:pt modelId="{ECE5366F-4387-4B46-9F5C-7CE0313A1B05}" type="sibTrans" cxnId="{F8FFC8E3-2FB9-4CF7-88B2-B757864E280B}">
      <dgm:prSet/>
      <dgm:spPr/>
      <dgm:t>
        <a:bodyPr/>
        <a:lstStyle/>
        <a:p>
          <a:endParaRPr lang="pt-BR"/>
        </a:p>
      </dgm:t>
    </dgm:pt>
    <dgm:pt modelId="{90BE3986-53B2-4AAC-AB79-18FD8BDAA0B0}">
      <dgm:prSet phldrT="[Texto]" phldr="0" custT="1"/>
      <dgm:spPr/>
      <dgm:t>
        <a:bodyPr/>
        <a:lstStyle/>
        <a:p>
          <a:r>
            <a:rPr lang="pt-BR" sz="4000" dirty="0" err="1"/>
            <a:t>iPDA</a:t>
          </a:r>
          <a:endParaRPr lang="pt-BR" sz="4000" dirty="0"/>
        </a:p>
      </dgm:t>
    </dgm:pt>
    <dgm:pt modelId="{937DEDD5-A11F-4A02-92C1-9B369C72F0B3}" type="parTrans" cxnId="{35FCE9D1-F135-4E4D-8319-DFBD4745207E}">
      <dgm:prSet/>
      <dgm:spPr/>
      <dgm:t>
        <a:bodyPr/>
        <a:lstStyle/>
        <a:p>
          <a:endParaRPr lang="pt-BR"/>
        </a:p>
      </dgm:t>
    </dgm:pt>
    <dgm:pt modelId="{04D785E6-816C-4861-9B76-2983B85F9699}" type="sibTrans" cxnId="{35FCE9D1-F135-4E4D-8319-DFBD4745207E}">
      <dgm:prSet/>
      <dgm:spPr/>
      <dgm:t>
        <a:bodyPr/>
        <a:lstStyle/>
        <a:p>
          <a:endParaRPr lang="pt-BR"/>
        </a:p>
      </dgm:t>
    </dgm:pt>
    <dgm:pt modelId="{937A5992-332C-4152-850E-7DBE279F6EB5}">
      <dgm:prSet phldrT="[Texto]" phldr="0" custT="1"/>
      <dgm:spPr/>
      <dgm:t>
        <a:bodyPr/>
        <a:lstStyle/>
        <a:p>
          <a:r>
            <a:rPr lang="pt-BR" sz="2000" dirty="0" err="1"/>
            <a:t>Tx_IDOSOS</a:t>
          </a:r>
          <a:endParaRPr lang="pt-BR" sz="2000" dirty="0"/>
        </a:p>
      </dgm:t>
    </dgm:pt>
    <dgm:pt modelId="{055E90C1-8677-4E73-8145-F07F1A898F15}" type="parTrans" cxnId="{15367BB6-A357-436C-9438-90AC1FCD06B4}">
      <dgm:prSet/>
      <dgm:spPr/>
      <dgm:t>
        <a:bodyPr/>
        <a:lstStyle/>
        <a:p>
          <a:endParaRPr lang="pt-BR"/>
        </a:p>
      </dgm:t>
    </dgm:pt>
    <dgm:pt modelId="{B4F0D071-E21F-42E3-9191-AD57B4F70B20}" type="sibTrans" cxnId="{15367BB6-A357-436C-9438-90AC1FCD06B4}">
      <dgm:prSet/>
      <dgm:spPr/>
      <dgm:t>
        <a:bodyPr/>
        <a:lstStyle/>
        <a:p>
          <a:endParaRPr lang="pt-BR"/>
        </a:p>
      </dgm:t>
    </dgm:pt>
    <dgm:pt modelId="{95D70360-0ABE-4ED9-B879-CDB0EB3AC297}">
      <dgm:prSet phldrT="[Texto]" phldr="0" custT="1"/>
      <dgm:spPr/>
      <dgm:t>
        <a:bodyPr/>
        <a:lstStyle/>
        <a:p>
          <a:r>
            <a:rPr lang="pt-BR" sz="1200" dirty="0"/>
            <a:t>Nº CENTROS DE SAÚDE </a:t>
          </a:r>
        </a:p>
      </dgm:t>
    </dgm:pt>
    <dgm:pt modelId="{6A7491B1-FD22-498E-A6A5-956E2DACD514}" type="parTrans" cxnId="{A9710226-1FE5-4B79-90B9-6786454D826B}">
      <dgm:prSet/>
      <dgm:spPr/>
      <dgm:t>
        <a:bodyPr/>
        <a:lstStyle/>
        <a:p>
          <a:endParaRPr lang="pt-BR"/>
        </a:p>
      </dgm:t>
    </dgm:pt>
    <dgm:pt modelId="{13D4FDD1-85E0-4EA0-BA8A-0DA3C916C52C}" type="sibTrans" cxnId="{A9710226-1FE5-4B79-90B9-6786454D826B}">
      <dgm:prSet/>
      <dgm:spPr/>
      <dgm:t>
        <a:bodyPr/>
        <a:lstStyle/>
        <a:p>
          <a:endParaRPr lang="pt-BR"/>
        </a:p>
      </dgm:t>
    </dgm:pt>
    <dgm:pt modelId="{795AFA39-0926-4BA5-93F9-B93470216B13}">
      <dgm:prSet phldrT="[Texto]" phldr="0" custT="1"/>
      <dgm:spPr/>
      <dgm:t>
        <a:bodyPr/>
        <a:lstStyle/>
        <a:p>
          <a:r>
            <a:rPr lang="pt-BR" sz="1200" dirty="0"/>
            <a:t>Nº DE PROFISSIONAIS DA EQUIPE DA SAÚDE DA FAMÍLIA</a:t>
          </a:r>
        </a:p>
      </dgm:t>
    </dgm:pt>
    <dgm:pt modelId="{CE7E4485-E395-4D5B-A921-9A451F4BC8B4}" type="parTrans" cxnId="{A3DFACE7-47AF-455F-89BC-F132EFEFF1CA}">
      <dgm:prSet/>
      <dgm:spPr/>
      <dgm:t>
        <a:bodyPr/>
        <a:lstStyle/>
        <a:p>
          <a:endParaRPr lang="pt-BR"/>
        </a:p>
      </dgm:t>
    </dgm:pt>
    <dgm:pt modelId="{6CA8B837-020B-48FA-B7CE-138019244B49}" type="sibTrans" cxnId="{A3DFACE7-47AF-455F-89BC-F132EFEFF1CA}">
      <dgm:prSet/>
      <dgm:spPr/>
      <dgm:t>
        <a:bodyPr/>
        <a:lstStyle/>
        <a:p>
          <a:endParaRPr lang="pt-BR"/>
        </a:p>
      </dgm:t>
    </dgm:pt>
    <dgm:pt modelId="{D4985915-C197-478E-ABDE-0C1D87B5C975}">
      <dgm:prSet phldrT="[Texto]" phldr="0" custT="1"/>
      <dgm:spPr/>
      <dgm:t>
        <a:bodyPr/>
        <a:lstStyle/>
        <a:p>
          <a:r>
            <a:rPr lang="pt-BR" sz="2000" dirty="0" err="1"/>
            <a:t>Tx_NASF</a:t>
          </a:r>
          <a:endParaRPr lang="pt-BR" sz="2000" dirty="0"/>
        </a:p>
      </dgm:t>
    </dgm:pt>
    <dgm:pt modelId="{3BFD2AF8-EFBD-49EC-9DC4-CC7B2E83B87A}" type="parTrans" cxnId="{1A1AF6DD-F534-4026-B209-632195D4F6BF}">
      <dgm:prSet/>
      <dgm:spPr/>
      <dgm:t>
        <a:bodyPr/>
        <a:lstStyle/>
        <a:p>
          <a:endParaRPr lang="pt-BR"/>
        </a:p>
      </dgm:t>
    </dgm:pt>
    <dgm:pt modelId="{CA5787FA-2A9B-48EA-9C9F-3C7B02C52191}" type="sibTrans" cxnId="{1A1AF6DD-F534-4026-B209-632195D4F6BF}">
      <dgm:prSet/>
      <dgm:spPr/>
      <dgm:t>
        <a:bodyPr/>
        <a:lstStyle/>
        <a:p>
          <a:endParaRPr lang="pt-BR"/>
        </a:p>
      </dgm:t>
    </dgm:pt>
    <dgm:pt modelId="{EA11F489-6AC0-467D-B2F0-D3603F03D168}">
      <dgm:prSet phldrT="[Texto]" phldr="0" custT="1"/>
      <dgm:spPr/>
      <dgm:t>
        <a:bodyPr/>
        <a:lstStyle/>
        <a:p>
          <a:r>
            <a:rPr lang="pt-BR" sz="1200" dirty="0"/>
            <a:t>Nº DE PROFISSIONAIS DO NÚCLEO AMPLIADO DE SAÚDE DA FAMÍLIA </a:t>
          </a:r>
        </a:p>
      </dgm:t>
    </dgm:pt>
    <dgm:pt modelId="{433796F9-BC2A-4F0A-A9E8-EC15F5F84582}" type="parTrans" cxnId="{77F9A69A-C7E7-4907-84E5-A44A59DD45EA}">
      <dgm:prSet/>
      <dgm:spPr/>
      <dgm:t>
        <a:bodyPr/>
        <a:lstStyle/>
        <a:p>
          <a:endParaRPr lang="pt-BR"/>
        </a:p>
      </dgm:t>
    </dgm:pt>
    <dgm:pt modelId="{FAA981F3-F9F6-4903-BB0E-9F3E49C4D04B}" type="sibTrans" cxnId="{77F9A69A-C7E7-4907-84E5-A44A59DD45EA}">
      <dgm:prSet/>
      <dgm:spPr/>
      <dgm:t>
        <a:bodyPr/>
        <a:lstStyle/>
        <a:p>
          <a:endParaRPr lang="pt-BR"/>
        </a:p>
      </dgm:t>
    </dgm:pt>
    <dgm:pt modelId="{1269FB6B-F53B-47AC-B69D-8730DA2FECE2}">
      <dgm:prSet custT="1"/>
      <dgm:spPr/>
      <dgm:t>
        <a:bodyPr/>
        <a:lstStyle/>
        <a:p>
          <a:r>
            <a:rPr lang="pt-BR" sz="1200" dirty="0"/>
            <a:t>Nº DE IDOSOS (CENSO) 60+</a:t>
          </a:r>
        </a:p>
      </dgm:t>
    </dgm:pt>
    <dgm:pt modelId="{07930730-2D1F-4C46-B435-9E1D546F0BDB}" type="parTrans" cxnId="{E05A8621-9767-4D8D-B3D0-0FBCCC487CF5}">
      <dgm:prSet/>
      <dgm:spPr/>
      <dgm:t>
        <a:bodyPr/>
        <a:lstStyle/>
        <a:p>
          <a:endParaRPr lang="pt-BR"/>
        </a:p>
      </dgm:t>
    </dgm:pt>
    <dgm:pt modelId="{7B481215-3E6C-444A-8D8B-3241889370A9}" type="sibTrans" cxnId="{E05A8621-9767-4D8D-B3D0-0FBCCC487CF5}">
      <dgm:prSet/>
      <dgm:spPr/>
      <dgm:t>
        <a:bodyPr/>
        <a:lstStyle/>
        <a:p>
          <a:endParaRPr lang="pt-BR"/>
        </a:p>
      </dgm:t>
    </dgm:pt>
    <dgm:pt modelId="{D68C3350-78E9-428F-8750-F6BEE9BBB456}">
      <dgm:prSet custT="1"/>
      <dgm:spPr/>
      <dgm:t>
        <a:bodyPr/>
        <a:lstStyle/>
        <a:p>
          <a:r>
            <a:rPr lang="pt-BR" sz="2000" dirty="0" err="1"/>
            <a:t>Tx_CRIANÇAS</a:t>
          </a:r>
          <a:endParaRPr lang="pt-BR" sz="2000" dirty="0"/>
        </a:p>
      </dgm:t>
    </dgm:pt>
    <dgm:pt modelId="{3E6988CE-53D5-4BF1-8D05-103B5EA22F8F}" type="parTrans" cxnId="{72F3501D-A101-4AEC-9C03-42CE7962A0B4}">
      <dgm:prSet/>
      <dgm:spPr/>
      <dgm:t>
        <a:bodyPr/>
        <a:lstStyle/>
        <a:p>
          <a:endParaRPr lang="pt-BR"/>
        </a:p>
      </dgm:t>
    </dgm:pt>
    <dgm:pt modelId="{883D0B20-F85E-411A-A029-375020F65B86}" type="sibTrans" cxnId="{72F3501D-A101-4AEC-9C03-42CE7962A0B4}">
      <dgm:prSet/>
      <dgm:spPr/>
      <dgm:t>
        <a:bodyPr/>
        <a:lstStyle/>
        <a:p>
          <a:endParaRPr lang="pt-BR"/>
        </a:p>
      </dgm:t>
    </dgm:pt>
    <dgm:pt modelId="{BCD090A7-EA0F-4667-B95C-4BB2A8B93125}">
      <dgm:prSet custT="1"/>
      <dgm:spPr/>
      <dgm:t>
        <a:bodyPr/>
        <a:lstStyle/>
        <a:p>
          <a:r>
            <a:rPr lang="pt-BR" sz="1200" dirty="0"/>
            <a:t>Nº DE CRIANÇAS (CENSO) 0-9 ANOS</a:t>
          </a:r>
        </a:p>
      </dgm:t>
    </dgm:pt>
    <dgm:pt modelId="{CB97D22E-4635-408F-AFC3-CAB9DCB970D2}" type="parTrans" cxnId="{7817D312-6A39-41FF-BCA7-F2133743A392}">
      <dgm:prSet/>
      <dgm:spPr/>
      <dgm:t>
        <a:bodyPr/>
        <a:lstStyle/>
        <a:p>
          <a:endParaRPr lang="pt-BR"/>
        </a:p>
      </dgm:t>
    </dgm:pt>
    <dgm:pt modelId="{CCE69E4D-99DC-44FD-AE32-12D86B7C8BCB}" type="sibTrans" cxnId="{7817D312-6A39-41FF-BCA7-F2133743A392}">
      <dgm:prSet/>
      <dgm:spPr/>
      <dgm:t>
        <a:bodyPr/>
        <a:lstStyle/>
        <a:p>
          <a:endParaRPr lang="pt-BR"/>
        </a:p>
      </dgm:t>
    </dgm:pt>
    <dgm:pt modelId="{0FE37D45-55C0-465B-B6EA-13149AA25FC9}">
      <dgm:prSet custT="1"/>
      <dgm:spPr/>
      <dgm:t>
        <a:bodyPr/>
        <a:lstStyle/>
        <a:p>
          <a:r>
            <a:rPr lang="pt-BR" sz="2000" dirty="0" err="1"/>
            <a:t>Tx_POBREZA</a:t>
          </a:r>
          <a:endParaRPr lang="pt-BR" sz="2000" dirty="0"/>
        </a:p>
      </dgm:t>
    </dgm:pt>
    <dgm:pt modelId="{68D10338-FAF7-4CC8-98F4-CBB6224265EA}" type="parTrans" cxnId="{B87B911B-BC98-41C9-A037-2BBFF02E9E47}">
      <dgm:prSet/>
      <dgm:spPr/>
      <dgm:t>
        <a:bodyPr/>
        <a:lstStyle/>
        <a:p>
          <a:endParaRPr lang="pt-BR"/>
        </a:p>
      </dgm:t>
    </dgm:pt>
    <dgm:pt modelId="{05329C9A-12AA-42D7-A076-4CBE598756D6}" type="sibTrans" cxnId="{B87B911B-BC98-41C9-A037-2BBFF02E9E47}">
      <dgm:prSet/>
      <dgm:spPr/>
      <dgm:t>
        <a:bodyPr/>
        <a:lstStyle/>
        <a:p>
          <a:endParaRPr lang="pt-BR"/>
        </a:p>
      </dgm:t>
    </dgm:pt>
    <dgm:pt modelId="{A851E032-A6B6-4C4F-93EF-33975CE9C780}">
      <dgm:prSet custT="1"/>
      <dgm:spPr/>
      <dgm:t>
        <a:bodyPr/>
        <a:lstStyle/>
        <a:p>
          <a:r>
            <a:rPr lang="pt-BR" sz="1200" dirty="0"/>
            <a:t>Nº DE INSCRITOS NO CADÚNICO</a:t>
          </a:r>
        </a:p>
      </dgm:t>
    </dgm:pt>
    <dgm:pt modelId="{CFFD2016-5F2D-4189-BF62-8F228B6FE208}" type="parTrans" cxnId="{913DF471-312B-4BE1-A30A-A40966EED4D9}">
      <dgm:prSet/>
      <dgm:spPr/>
      <dgm:t>
        <a:bodyPr/>
        <a:lstStyle/>
        <a:p>
          <a:endParaRPr lang="pt-BR"/>
        </a:p>
      </dgm:t>
    </dgm:pt>
    <dgm:pt modelId="{FCF25386-1395-465B-98C8-0F5DB97452A8}" type="sibTrans" cxnId="{913DF471-312B-4BE1-A30A-A40966EED4D9}">
      <dgm:prSet/>
      <dgm:spPr/>
      <dgm:t>
        <a:bodyPr/>
        <a:lstStyle/>
        <a:p>
          <a:endParaRPr lang="pt-BR"/>
        </a:p>
      </dgm:t>
    </dgm:pt>
    <dgm:pt modelId="{4F1F3BEC-131A-4862-BE39-085EC627128C}">
      <dgm:prSet custT="1"/>
      <dgm:spPr/>
      <dgm:t>
        <a:bodyPr/>
        <a:lstStyle/>
        <a:p>
          <a:r>
            <a:rPr lang="pt-BR" sz="1800" dirty="0"/>
            <a:t>DENSIDADE POPULACIONAL</a:t>
          </a:r>
        </a:p>
      </dgm:t>
    </dgm:pt>
    <dgm:pt modelId="{9C845BF4-8989-4FAA-89D0-D41FE7313DD9}" type="parTrans" cxnId="{E8D37D1E-8447-4934-994C-2EB4BFE84D44}">
      <dgm:prSet/>
      <dgm:spPr/>
      <dgm:t>
        <a:bodyPr/>
        <a:lstStyle/>
        <a:p>
          <a:endParaRPr lang="pt-BR"/>
        </a:p>
      </dgm:t>
    </dgm:pt>
    <dgm:pt modelId="{5C8E01CF-24A9-4F55-9CBC-AA962F226C62}" type="sibTrans" cxnId="{E8D37D1E-8447-4934-994C-2EB4BFE84D44}">
      <dgm:prSet/>
      <dgm:spPr/>
      <dgm:t>
        <a:bodyPr/>
        <a:lstStyle/>
        <a:p>
          <a:endParaRPr lang="pt-BR"/>
        </a:p>
      </dgm:t>
    </dgm:pt>
    <dgm:pt modelId="{F89696D2-6320-460B-84CC-A6E4BEC86FF6}">
      <dgm:prSet custT="1"/>
      <dgm:spPr/>
      <dgm:t>
        <a:bodyPr/>
        <a:lstStyle/>
        <a:p>
          <a:r>
            <a:rPr lang="pt-BR" sz="1200" dirty="0"/>
            <a:t>POPULAÇÃO POR KM²</a:t>
          </a:r>
        </a:p>
      </dgm:t>
    </dgm:pt>
    <dgm:pt modelId="{74553793-D703-41D1-9824-292F14381FC2}" type="parTrans" cxnId="{99DA0CFD-FB5A-40DD-9C41-B3BC0A32E8F5}">
      <dgm:prSet/>
      <dgm:spPr/>
      <dgm:t>
        <a:bodyPr/>
        <a:lstStyle/>
        <a:p>
          <a:endParaRPr lang="pt-BR"/>
        </a:p>
      </dgm:t>
    </dgm:pt>
    <dgm:pt modelId="{5147D497-3F56-4C49-A81B-B12337F8FB30}" type="sibTrans" cxnId="{99DA0CFD-FB5A-40DD-9C41-B3BC0A32E8F5}">
      <dgm:prSet/>
      <dgm:spPr/>
      <dgm:t>
        <a:bodyPr/>
        <a:lstStyle/>
        <a:p>
          <a:endParaRPr lang="pt-BR"/>
        </a:p>
      </dgm:t>
    </dgm:pt>
    <dgm:pt modelId="{FDC3B17C-1BA1-42C3-901E-C27F5CB109EF}" type="pres">
      <dgm:prSet presAssocID="{EC1A96AA-1774-484B-BA1D-D386E137231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147ED40-8CBB-494A-9667-0B805A99BE04}" type="pres">
      <dgm:prSet presAssocID="{DEA29A82-B7CE-4415-9747-551F89979B23}" presName="root1" presStyleCnt="0"/>
      <dgm:spPr/>
    </dgm:pt>
    <dgm:pt modelId="{E0596535-6812-4CB5-A390-4F2968C70726}" type="pres">
      <dgm:prSet presAssocID="{DEA29A82-B7CE-4415-9747-551F89979B23}" presName="LevelOneTextNode" presStyleLbl="node0" presStyleIdx="0" presStyleCnt="1">
        <dgm:presLayoutVars>
          <dgm:chPref val="3"/>
        </dgm:presLayoutVars>
      </dgm:prSet>
      <dgm:spPr/>
    </dgm:pt>
    <dgm:pt modelId="{335C548D-DE7E-4A5B-AEF7-4746CC76E459}" type="pres">
      <dgm:prSet presAssocID="{DEA29A82-B7CE-4415-9747-551F89979B23}" presName="level2hierChild" presStyleCnt="0"/>
      <dgm:spPr/>
    </dgm:pt>
    <dgm:pt modelId="{B910B0D5-AFF3-4D79-9023-551BE8F7E23C}" type="pres">
      <dgm:prSet presAssocID="{B6BFB050-E408-46B7-ABD0-F1832AB98BE4}" presName="conn2-1" presStyleLbl="parChTrans1D2" presStyleIdx="0" presStyleCnt="2"/>
      <dgm:spPr/>
    </dgm:pt>
    <dgm:pt modelId="{97B6B6C4-102B-43C4-9ADC-F2FE9124A186}" type="pres">
      <dgm:prSet presAssocID="{B6BFB050-E408-46B7-ABD0-F1832AB98BE4}" presName="connTx" presStyleLbl="parChTrans1D2" presStyleIdx="0" presStyleCnt="2"/>
      <dgm:spPr/>
    </dgm:pt>
    <dgm:pt modelId="{68E52C51-5A3A-4084-B578-EA52BA931D2B}" type="pres">
      <dgm:prSet presAssocID="{B5189EB3-26DA-4A37-B014-6E9229E8CB5A}" presName="root2" presStyleCnt="0"/>
      <dgm:spPr/>
    </dgm:pt>
    <dgm:pt modelId="{FD153CD5-4274-4C6D-A811-5AF409B929D0}" type="pres">
      <dgm:prSet presAssocID="{B5189EB3-26DA-4A37-B014-6E9229E8CB5A}" presName="LevelTwoTextNode" presStyleLbl="node2" presStyleIdx="0" presStyleCnt="2">
        <dgm:presLayoutVars>
          <dgm:chPref val="3"/>
        </dgm:presLayoutVars>
      </dgm:prSet>
      <dgm:spPr/>
    </dgm:pt>
    <dgm:pt modelId="{1ED47FBB-E09E-493C-88A8-32E8DF0273CF}" type="pres">
      <dgm:prSet presAssocID="{B5189EB3-26DA-4A37-B014-6E9229E8CB5A}" presName="level3hierChild" presStyleCnt="0"/>
      <dgm:spPr/>
    </dgm:pt>
    <dgm:pt modelId="{BD62113D-F7A2-45D4-B828-B8CF0AA382CB}" type="pres">
      <dgm:prSet presAssocID="{74BB8236-7AF9-42B9-82D9-2E10F47690B7}" presName="conn2-1" presStyleLbl="parChTrans1D3" presStyleIdx="0" presStyleCnt="7"/>
      <dgm:spPr/>
    </dgm:pt>
    <dgm:pt modelId="{BEEC5064-DF61-48DF-B51E-FF07C0026B16}" type="pres">
      <dgm:prSet presAssocID="{74BB8236-7AF9-42B9-82D9-2E10F47690B7}" presName="connTx" presStyleLbl="parChTrans1D3" presStyleIdx="0" presStyleCnt="7"/>
      <dgm:spPr/>
    </dgm:pt>
    <dgm:pt modelId="{C80DA147-093E-4DB3-94DE-2B061711EFC1}" type="pres">
      <dgm:prSet presAssocID="{8BFBF640-C562-434D-88D0-515076946AEF}" presName="root2" presStyleCnt="0"/>
      <dgm:spPr/>
    </dgm:pt>
    <dgm:pt modelId="{1C9FCBA6-FD60-4BB3-B80A-9E0C63242D9E}" type="pres">
      <dgm:prSet presAssocID="{8BFBF640-C562-434D-88D0-515076946AEF}" presName="LevelTwoTextNode" presStyleLbl="node3" presStyleIdx="0" presStyleCnt="7">
        <dgm:presLayoutVars>
          <dgm:chPref val="3"/>
        </dgm:presLayoutVars>
      </dgm:prSet>
      <dgm:spPr/>
    </dgm:pt>
    <dgm:pt modelId="{36508E64-A3BE-4DEF-8782-3DBBDE35CBEF}" type="pres">
      <dgm:prSet presAssocID="{8BFBF640-C562-434D-88D0-515076946AEF}" presName="level3hierChild" presStyleCnt="0"/>
      <dgm:spPr/>
    </dgm:pt>
    <dgm:pt modelId="{243B7897-B1B2-4963-9B60-41D672B018ED}" type="pres">
      <dgm:prSet presAssocID="{6A7491B1-FD22-498E-A6A5-956E2DACD514}" presName="conn2-1" presStyleLbl="parChTrans1D4" presStyleIdx="0" presStyleCnt="7"/>
      <dgm:spPr/>
    </dgm:pt>
    <dgm:pt modelId="{50B04F84-F641-40FF-BB9A-B903F43A602D}" type="pres">
      <dgm:prSet presAssocID="{6A7491B1-FD22-498E-A6A5-956E2DACD514}" presName="connTx" presStyleLbl="parChTrans1D4" presStyleIdx="0" presStyleCnt="7"/>
      <dgm:spPr/>
    </dgm:pt>
    <dgm:pt modelId="{0EDB46A9-68A9-4E7E-B291-53C1AB99ABAE}" type="pres">
      <dgm:prSet presAssocID="{95D70360-0ABE-4ED9-B879-CDB0EB3AC297}" presName="root2" presStyleCnt="0"/>
      <dgm:spPr/>
    </dgm:pt>
    <dgm:pt modelId="{9EAF43E7-2979-4296-B330-E067D26D4DA5}" type="pres">
      <dgm:prSet presAssocID="{95D70360-0ABE-4ED9-B879-CDB0EB3AC297}" presName="LevelTwoTextNode" presStyleLbl="node4" presStyleIdx="0" presStyleCnt="7">
        <dgm:presLayoutVars>
          <dgm:chPref val="3"/>
        </dgm:presLayoutVars>
      </dgm:prSet>
      <dgm:spPr/>
    </dgm:pt>
    <dgm:pt modelId="{7682AF4F-B2F8-4416-B244-D5CC5E50CD5A}" type="pres">
      <dgm:prSet presAssocID="{95D70360-0ABE-4ED9-B879-CDB0EB3AC297}" presName="level3hierChild" presStyleCnt="0"/>
      <dgm:spPr/>
    </dgm:pt>
    <dgm:pt modelId="{919DF939-8BB4-4649-A18C-921715812B82}" type="pres">
      <dgm:prSet presAssocID="{392E597C-2585-4205-BCBB-E509F25660A4}" presName="conn2-1" presStyleLbl="parChTrans1D3" presStyleIdx="1" presStyleCnt="7"/>
      <dgm:spPr/>
    </dgm:pt>
    <dgm:pt modelId="{CA144524-C6FB-47A6-AEC3-90C1642495DE}" type="pres">
      <dgm:prSet presAssocID="{392E597C-2585-4205-BCBB-E509F25660A4}" presName="connTx" presStyleLbl="parChTrans1D3" presStyleIdx="1" presStyleCnt="7"/>
      <dgm:spPr/>
    </dgm:pt>
    <dgm:pt modelId="{B402A8A3-52B7-489E-865F-62B41BC8EAFA}" type="pres">
      <dgm:prSet presAssocID="{C928C62F-D19D-4EA1-AB4E-C44759B2CCD0}" presName="root2" presStyleCnt="0"/>
      <dgm:spPr/>
    </dgm:pt>
    <dgm:pt modelId="{031E882A-286E-4D32-8E51-19AC45442719}" type="pres">
      <dgm:prSet presAssocID="{C928C62F-D19D-4EA1-AB4E-C44759B2CCD0}" presName="LevelTwoTextNode" presStyleLbl="node3" presStyleIdx="1" presStyleCnt="7">
        <dgm:presLayoutVars>
          <dgm:chPref val="3"/>
        </dgm:presLayoutVars>
      </dgm:prSet>
      <dgm:spPr/>
    </dgm:pt>
    <dgm:pt modelId="{3C53FC3E-A2E1-4534-8032-DD2EADB02E7F}" type="pres">
      <dgm:prSet presAssocID="{C928C62F-D19D-4EA1-AB4E-C44759B2CCD0}" presName="level3hierChild" presStyleCnt="0"/>
      <dgm:spPr/>
    </dgm:pt>
    <dgm:pt modelId="{2403E6AF-EFDA-4C1F-93AB-9B559B958B75}" type="pres">
      <dgm:prSet presAssocID="{CE7E4485-E395-4D5B-A921-9A451F4BC8B4}" presName="conn2-1" presStyleLbl="parChTrans1D4" presStyleIdx="1" presStyleCnt="7"/>
      <dgm:spPr/>
    </dgm:pt>
    <dgm:pt modelId="{F25C5542-C057-450D-8AA1-8E8D18799DF1}" type="pres">
      <dgm:prSet presAssocID="{CE7E4485-E395-4D5B-A921-9A451F4BC8B4}" presName="connTx" presStyleLbl="parChTrans1D4" presStyleIdx="1" presStyleCnt="7"/>
      <dgm:spPr/>
    </dgm:pt>
    <dgm:pt modelId="{5B0BC517-80C0-47DC-964C-9F351EACD1EF}" type="pres">
      <dgm:prSet presAssocID="{795AFA39-0926-4BA5-93F9-B93470216B13}" presName="root2" presStyleCnt="0"/>
      <dgm:spPr/>
    </dgm:pt>
    <dgm:pt modelId="{9C895E79-BDFC-4F2B-832A-D409893CCB78}" type="pres">
      <dgm:prSet presAssocID="{795AFA39-0926-4BA5-93F9-B93470216B13}" presName="LevelTwoTextNode" presStyleLbl="node4" presStyleIdx="1" presStyleCnt="7">
        <dgm:presLayoutVars>
          <dgm:chPref val="3"/>
        </dgm:presLayoutVars>
      </dgm:prSet>
      <dgm:spPr/>
    </dgm:pt>
    <dgm:pt modelId="{47860665-9337-4D14-9512-97DF6B3CC089}" type="pres">
      <dgm:prSet presAssocID="{795AFA39-0926-4BA5-93F9-B93470216B13}" presName="level3hierChild" presStyleCnt="0"/>
      <dgm:spPr/>
    </dgm:pt>
    <dgm:pt modelId="{BB52DECA-426F-4BF7-A5C1-D195350A5494}" type="pres">
      <dgm:prSet presAssocID="{3BFD2AF8-EFBD-49EC-9DC4-CC7B2E83B87A}" presName="conn2-1" presStyleLbl="parChTrans1D3" presStyleIdx="2" presStyleCnt="7"/>
      <dgm:spPr/>
    </dgm:pt>
    <dgm:pt modelId="{25054B54-FAED-4FF6-A6C8-ED8E33C99D71}" type="pres">
      <dgm:prSet presAssocID="{3BFD2AF8-EFBD-49EC-9DC4-CC7B2E83B87A}" presName="connTx" presStyleLbl="parChTrans1D3" presStyleIdx="2" presStyleCnt="7"/>
      <dgm:spPr/>
    </dgm:pt>
    <dgm:pt modelId="{F0C050E5-DED4-4068-8262-B4F25375825E}" type="pres">
      <dgm:prSet presAssocID="{D4985915-C197-478E-ABDE-0C1D87B5C975}" presName="root2" presStyleCnt="0"/>
      <dgm:spPr/>
    </dgm:pt>
    <dgm:pt modelId="{D4A7C153-0BAA-4BA5-AA3B-5A66433E0B6E}" type="pres">
      <dgm:prSet presAssocID="{D4985915-C197-478E-ABDE-0C1D87B5C975}" presName="LevelTwoTextNode" presStyleLbl="node3" presStyleIdx="2" presStyleCnt="7">
        <dgm:presLayoutVars>
          <dgm:chPref val="3"/>
        </dgm:presLayoutVars>
      </dgm:prSet>
      <dgm:spPr/>
    </dgm:pt>
    <dgm:pt modelId="{8DB3F985-C8C5-4255-BC7E-D0990ACC7558}" type="pres">
      <dgm:prSet presAssocID="{D4985915-C197-478E-ABDE-0C1D87B5C975}" presName="level3hierChild" presStyleCnt="0"/>
      <dgm:spPr/>
    </dgm:pt>
    <dgm:pt modelId="{9230EEB3-4943-4E10-8034-EC99A321A3D5}" type="pres">
      <dgm:prSet presAssocID="{433796F9-BC2A-4F0A-A9E8-EC15F5F84582}" presName="conn2-1" presStyleLbl="parChTrans1D4" presStyleIdx="2" presStyleCnt="7"/>
      <dgm:spPr/>
    </dgm:pt>
    <dgm:pt modelId="{47AB1124-6CD0-46C7-A988-16689CD121C0}" type="pres">
      <dgm:prSet presAssocID="{433796F9-BC2A-4F0A-A9E8-EC15F5F84582}" presName="connTx" presStyleLbl="parChTrans1D4" presStyleIdx="2" presStyleCnt="7"/>
      <dgm:spPr/>
    </dgm:pt>
    <dgm:pt modelId="{811A112B-A9EB-41B6-AA72-31DB538D4833}" type="pres">
      <dgm:prSet presAssocID="{EA11F489-6AC0-467D-B2F0-D3603F03D168}" presName="root2" presStyleCnt="0"/>
      <dgm:spPr/>
    </dgm:pt>
    <dgm:pt modelId="{0FC70610-B75D-4729-AC3E-4569726D6DDC}" type="pres">
      <dgm:prSet presAssocID="{EA11F489-6AC0-467D-B2F0-D3603F03D168}" presName="LevelTwoTextNode" presStyleLbl="node4" presStyleIdx="2" presStyleCnt="7">
        <dgm:presLayoutVars>
          <dgm:chPref val="3"/>
        </dgm:presLayoutVars>
      </dgm:prSet>
      <dgm:spPr/>
    </dgm:pt>
    <dgm:pt modelId="{605A3E42-CB3E-41CB-AE57-55E39A7E2771}" type="pres">
      <dgm:prSet presAssocID="{EA11F489-6AC0-467D-B2F0-D3603F03D168}" presName="level3hierChild" presStyleCnt="0"/>
      <dgm:spPr/>
    </dgm:pt>
    <dgm:pt modelId="{BA848267-00FB-4005-9305-9EA48CC05BD2}" type="pres">
      <dgm:prSet presAssocID="{937DEDD5-A11F-4A02-92C1-9B369C72F0B3}" presName="conn2-1" presStyleLbl="parChTrans1D2" presStyleIdx="1" presStyleCnt="2"/>
      <dgm:spPr/>
    </dgm:pt>
    <dgm:pt modelId="{CE0E142A-8F06-4105-AEDC-8BA00B5AB9E4}" type="pres">
      <dgm:prSet presAssocID="{937DEDD5-A11F-4A02-92C1-9B369C72F0B3}" presName="connTx" presStyleLbl="parChTrans1D2" presStyleIdx="1" presStyleCnt="2"/>
      <dgm:spPr/>
    </dgm:pt>
    <dgm:pt modelId="{E7CA477B-0FA8-4D81-8CCE-087BF1EE8E0E}" type="pres">
      <dgm:prSet presAssocID="{90BE3986-53B2-4AAC-AB79-18FD8BDAA0B0}" presName="root2" presStyleCnt="0"/>
      <dgm:spPr/>
    </dgm:pt>
    <dgm:pt modelId="{04F0D2C1-26C8-48C5-9583-AC1FB4744944}" type="pres">
      <dgm:prSet presAssocID="{90BE3986-53B2-4AAC-AB79-18FD8BDAA0B0}" presName="LevelTwoTextNode" presStyleLbl="node2" presStyleIdx="1" presStyleCnt="2">
        <dgm:presLayoutVars>
          <dgm:chPref val="3"/>
        </dgm:presLayoutVars>
      </dgm:prSet>
      <dgm:spPr/>
    </dgm:pt>
    <dgm:pt modelId="{575B3C5A-8B37-4180-B999-F7EE858E0101}" type="pres">
      <dgm:prSet presAssocID="{90BE3986-53B2-4AAC-AB79-18FD8BDAA0B0}" presName="level3hierChild" presStyleCnt="0"/>
      <dgm:spPr/>
    </dgm:pt>
    <dgm:pt modelId="{FEA4D0CE-1A2F-425D-A97A-1D83266C7BDA}" type="pres">
      <dgm:prSet presAssocID="{055E90C1-8677-4E73-8145-F07F1A898F15}" presName="conn2-1" presStyleLbl="parChTrans1D3" presStyleIdx="3" presStyleCnt="7"/>
      <dgm:spPr/>
    </dgm:pt>
    <dgm:pt modelId="{A1AB0E32-7D9B-4F2C-8A70-AF283050B1CC}" type="pres">
      <dgm:prSet presAssocID="{055E90C1-8677-4E73-8145-F07F1A898F15}" presName="connTx" presStyleLbl="parChTrans1D3" presStyleIdx="3" presStyleCnt="7"/>
      <dgm:spPr/>
    </dgm:pt>
    <dgm:pt modelId="{87603C56-669C-4270-999F-17A0ECF3EB9E}" type="pres">
      <dgm:prSet presAssocID="{937A5992-332C-4152-850E-7DBE279F6EB5}" presName="root2" presStyleCnt="0"/>
      <dgm:spPr/>
    </dgm:pt>
    <dgm:pt modelId="{8ADF5731-8929-427D-A183-FE02BF5C295C}" type="pres">
      <dgm:prSet presAssocID="{937A5992-332C-4152-850E-7DBE279F6EB5}" presName="LevelTwoTextNode" presStyleLbl="node3" presStyleIdx="3" presStyleCnt="7">
        <dgm:presLayoutVars>
          <dgm:chPref val="3"/>
        </dgm:presLayoutVars>
      </dgm:prSet>
      <dgm:spPr/>
    </dgm:pt>
    <dgm:pt modelId="{3D648220-BFC3-47B3-B633-EB6CF8260472}" type="pres">
      <dgm:prSet presAssocID="{937A5992-332C-4152-850E-7DBE279F6EB5}" presName="level3hierChild" presStyleCnt="0"/>
      <dgm:spPr/>
    </dgm:pt>
    <dgm:pt modelId="{448FA54B-6E44-45BC-9307-CFB0ECDA3CC2}" type="pres">
      <dgm:prSet presAssocID="{07930730-2D1F-4C46-B435-9E1D546F0BDB}" presName="conn2-1" presStyleLbl="parChTrans1D4" presStyleIdx="3" presStyleCnt="7"/>
      <dgm:spPr/>
    </dgm:pt>
    <dgm:pt modelId="{26942BF6-C3DC-4A2A-B100-006E10F4A010}" type="pres">
      <dgm:prSet presAssocID="{07930730-2D1F-4C46-B435-9E1D546F0BDB}" presName="connTx" presStyleLbl="parChTrans1D4" presStyleIdx="3" presStyleCnt="7"/>
      <dgm:spPr/>
    </dgm:pt>
    <dgm:pt modelId="{007649CE-372C-4571-824A-979FE464CC58}" type="pres">
      <dgm:prSet presAssocID="{1269FB6B-F53B-47AC-B69D-8730DA2FECE2}" presName="root2" presStyleCnt="0"/>
      <dgm:spPr/>
    </dgm:pt>
    <dgm:pt modelId="{200713D4-5086-43F1-8448-2FF8C66B2BB1}" type="pres">
      <dgm:prSet presAssocID="{1269FB6B-F53B-47AC-B69D-8730DA2FECE2}" presName="LevelTwoTextNode" presStyleLbl="node4" presStyleIdx="3" presStyleCnt="7">
        <dgm:presLayoutVars>
          <dgm:chPref val="3"/>
        </dgm:presLayoutVars>
      </dgm:prSet>
      <dgm:spPr/>
    </dgm:pt>
    <dgm:pt modelId="{F67DC267-B9A8-4D51-8C54-FE0CBD2116C6}" type="pres">
      <dgm:prSet presAssocID="{1269FB6B-F53B-47AC-B69D-8730DA2FECE2}" presName="level3hierChild" presStyleCnt="0"/>
      <dgm:spPr/>
    </dgm:pt>
    <dgm:pt modelId="{85792DA1-C46F-45C1-9522-D53C530D151E}" type="pres">
      <dgm:prSet presAssocID="{3E6988CE-53D5-4BF1-8D05-103B5EA22F8F}" presName="conn2-1" presStyleLbl="parChTrans1D3" presStyleIdx="4" presStyleCnt="7"/>
      <dgm:spPr/>
    </dgm:pt>
    <dgm:pt modelId="{E4869A55-1FAA-4C0D-BB8A-B3B0913ACC81}" type="pres">
      <dgm:prSet presAssocID="{3E6988CE-53D5-4BF1-8D05-103B5EA22F8F}" presName="connTx" presStyleLbl="parChTrans1D3" presStyleIdx="4" presStyleCnt="7"/>
      <dgm:spPr/>
    </dgm:pt>
    <dgm:pt modelId="{F6895618-D952-4D5F-AE25-E54C21372114}" type="pres">
      <dgm:prSet presAssocID="{D68C3350-78E9-428F-8750-F6BEE9BBB456}" presName="root2" presStyleCnt="0"/>
      <dgm:spPr/>
    </dgm:pt>
    <dgm:pt modelId="{E8D2ABDB-8EA4-4DF2-889A-94368EB1E4DE}" type="pres">
      <dgm:prSet presAssocID="{D68C3350-78E9-428F-8750-F6BEE9BBB456}" presName="LevelTwoTextNode" presStyleLbl="node3" presStyleIdx="4" presStyleCnt="7">
        <dgm:presLayoutVars>
          <dgm:chPref val="3"/>
        </dgm:presLayoutVars>
      </dgm:prSet>
      <dgm:spPr/>
    </dgm:pt>
    <dgm:pt modelId="{906EBC42-5C92-4667-82B6-50EA05DA0156}" type="pres">
      <dgm:prSet presAssocID="{D68C3350-78E9-428F-8750-F6BEE9BBB456}" presName="level3hierChild" presStyleCnt="0"/>
      <dgm:spPr/>
    </dgm:pt>
    <dgm:pt modelId="{3F2DCCEC-3B99-4711-9487-FA485394BEB5}" type="pres">
      <dgm:prSet presAssocID="{CB97D22E-4635-408F-AFC3-CAB9DCB970D2}" presName="conn2-1" presStyleLbl="parChTrans1D4" presStyleIdx="4" presStyleCnt="7"/>
      <dgm:spPr/>
    </dgm:pt>
    <dgm:pt modelId="{D6F7C751-C2A8-49D8-85CD-CC85934ECED9}" type="pres">
      <dgm:prSet presAssocID="{CB97D22E-4635-408F-AFC3-CAB9DCB970D2}" presName="connTx" presStyleLbl="parChTrans1D4" presStyleIdx="4" presStyleCnt="7"/>
      <dgm:spPr/>
    </dgm:pt>
    <dgm:pt modelId="{FE447A8B-DDAB-4D6A-A0ED-98DFC8C5E8F9}" type="pres">
      <dgm:prSet presAssocID="{BCD090A7-EA0F-4667-B95C-4BB2A8B93125}" presName="root2" presStyleCnt="0"/>
      <dgm:spPr/>
    </dgm:pt>
    <dgm:pt modelId="{07C5C1C1-E418-4C3C-A426-7C308863197D}" type="pres">
      <dgm:prSet presAssocID="{BCD090A7-EA0F-4667-B95C-4BB2A8B93125}" presName="LevelTwoTextNode" presStyleLbl="node4" presStyleIdx="4" presStyleCnt="7">
        <dgm:presLayoutVars>
          <dgm:chPref val="3"/>
        </dgm:presLayoutVars>
      </dgm:prSet>
      <dgm:spPr/>
    </dgm:pt>
    <dgm:pt modelId="{D94F1228-D7E6-42BC-9A8F-3935E31BBDC2}" type="pres">
      <dgm:prSet presAssocID="{BCD090A7-EA0F-4667-B95C-4BB2A8B93125}" presName="level3hierChild" presStyleCnt="0"/>
      <dgm:spPr/>
    </dgm:pt>
    <dgm:pt modelId="{A72C3854-AD26-4ABA-BD15-02602AC6FD5F}" type="pres">
      <dgm:prSet presAssocID="{68D10338-FAF7-4CC8-98F4-CBB6224265EA}" presName="conn2-1" presStyleLbl="parChTrans1D3" presStyleIdx="5" presStyleCnt="7"/>
      <dgm:spPr/>
    </dgm:pt>
    <dgm:pt modelId="{0349FD37-AB61-4AC8-A3C8-805BACC16098}" type="pres">
      <dgm:prSet presAssocID="{68D10338-FAF7-4CC8-98F4-CBB6224265EA}" presName="connTx" presStyleLbl="parChTrans1D3" presStyleIdx="5" presStyleCnt="7"/>
      <dgm:spPr/>
    </dgm:pt>
    <dgm:pt modelId="{DBB17F65-6F6D-4EB4-B599-2C2E663C8827}" type="pres">
      <dgm:prSet presAssocID="{0FE37D45-55C0-465B-B6EA-13149AA25FC9}" presName="root2" presStyleCnt="0"/>
      <dgm:spPr/>
    </dgm:pt>
    <dgm:pt modelId="{FFD3B679-9E4C-42C0-8BF8-21518CCC7247}" type="pres">
      <dgm:prSet presAssocID="{0FE37D45-55C0-465B-B6EA-13149AA25FC9}" presName="LevelTwoTextNode" presStyleLbl="node3" presStyleIdx="5" presStyleCnt="7">
        <dgm:presLayoutVars>
          <dgm:chPref val="3"/>
        </dgm:presLayoutVars>
      </dgm:prSet>
      <dgm:spPr/>
    </dgm:pt>
    <dgm:pt modelId="{F31E7E40-833F-4D80-9118-6BBEB8F232F5}" type="pres">
      <dgm:prSet presAssocID="{0FE37D45-55C0-465B-B6EA-13149AA25FC9}" presName="level3hierChild" presStyleCnt="0"/>
      <dgm:spPr/>
    </dgm:pt>
    <dgm:pt modelId="{C5EDA653-BABA-437E-B367-C80F685674E8}" type="pres">
      <dgm:prSet presAssocID="{CFFD2016-5F2D-4189-BF62-8F228B6FE208}" presName="conn2-1" presStyleLbl="parChTrans1D4" presStyleIdx="5" presStyleCnt="7"/>
      <dgm:spPr/>
    </dgm:pt>
    <dgm:pt modelId="{C0DA8249-CB3F-4CFA-86BC-DCB1F5C92505}" type="pres">
      <dgm:prSet presAssocID="{CFFD2016-5F2D-4189-BF62-8F228B6FE208}" presName="connTx" presStyleLbl="parChTrans1D4" presStyleIdx="5" presStyleCnt="7"/>
      <dgm:spPr/>
    </dgm:pt>
    <dgm:pt modelId="{97AD56CB-9C3E-4797-8FFA-EB47D65546D0}" type="pres">
      <dgm:prSet presAssocID="{A851E032-A6B6-4C4F-93EF-33975CE9C780}" presName="root2" presStyleCnt="0"/>
      <dgm:spPr/>
    </dgm:pt>
    <dgm:pt modelId="{5E662E56-0A81-420A-84C2-E2F850AE07CB}" type="pres">
      <dgm:prSet presAssocID="{A851E032-A6B6-4C4F-93EF-33975CE9C780}" presName="LevelTwoTextNode" presStyleLbl="node4" presStyleIdx="5" presStyleCnt="7">
        <dgm:presLayoutVars>
          <dgm:chPref val="3"/>
        </dgm:presLayoutVars>
      </dgm:prSet>
      <dgm:spPr/>
    </dgm:pt>
    <dgm:pt modelId="{CE821E2F-7BBF-4D3D-A3F4-4BB592EDAB9B}" type="pres">
      <dgm:prSet presAssocID="{A851E032-A6B6-4C4F-93EF-33975CE9C780}" presName="level3hierChild" presStyleCnt="0"/>
      <dgm:spPr/>
    </dgm:pt>
    <dgm:pt modelId="{FE04C41B-8F22-42DF-83A4-CF892BFDE4B4}" type="pres">
      <dgm:prSet presAssocID="{9C845BF4-8989-4FAA-89D0-D41FE7313DD9}" presName="conn2-1" presStyleLbl="parChTrans1D3" presStyleIdx="6" presStyleCnt="7"/>
      <dgm:spPr/>
    </dgm:pt>
    <dgm:pt modelId="{AA3ABF3D-5805-4610-8F0F-4E384DE9921A}" type="pres">
      <dgm:prSet presAssocID="{9C845BF4-8989-4FAA-89D0-D41FE7313DD9}" presName="connTx" presStyleLbl="parChTrans1D3" presStyleIdx="6" presStyleCnt="7"/>
      <dgm:spPr/>
    </dgm:pt>
    <dgm:pt modelId="{B39EF5CF-5A11-4790-BDC4-7280523FB2DF}" type="pres">
      <dgm:prSet presAssocID="{4F1F3BEC-131A-4862-BE39-085EC627128C}" presName="root2" presStyleCnt="0"/>
      <dgm:spPr/>
    </dgm:pt>
    <dgm:pt modelId="{522840AB-A661-4B05-B087-233C00685573}" type="pres">
      <dgm:prSet presAssocID="{4F1F3BEC-131A-4862-BE39-085EC627128C}" presName="LevelTwoTextNode" presStyleLbl="node3" presStyleIdx="6" presStyleCnt="7">
        <dgm:presLayoutVars>
          <dgm:chPref val="3"/>
        </dgm:presLayoutVars>
      </dgm:prSet>
      <dgm:spPr/>
    </dgm:pt>
    <dgm:pt modelId="{9DD8BCFC-D277-4C39-B329-6931EE124C6B}" type="pres">
      <dgm:prSet presAssocID="{4F1F3BEC-131A-4862-BE39-085EC627128C}" presName="level3hierChild" presStyleCnt="0"/>
      <dgm:spPr/>
    </dgm:pt>
    <dgm:pt modelId="{C43A543C-5F50-495D-BC40-D248BC2C00E4}" type="pres">
      <dgm:prSet presAssocID="{74553793-D703-41D1-9824-292F14381FC2}" presName="conn2-1" presStyleLbl="parChTrans1D4" presStyleIdx="6" presStyleCnt="7"/>
      <dgm:spPr/>
    </dgm:pt>
    <dgm:pt modelId="{31EDA735-E305-4E7C-9F2E-58A59544B077}" type="pres">
      <dgm:prSet presAssocID="{74553793-D703-41D1-9824-292F14381FC2}" presName="connTx" presStyleLbl="parChTrans1D4" presStyleIdx="6" presStyleCnt="7"/>
      <dgm:spPr/>
    </dgm:pt>
    <dgm:pt modelId="{82757411-DC7F-4FA1-B22F-83EC5A31B0AD}" type="pres">
      <dgm:prSet presAssocID="{F89696D2-6320-460B-84CC-A6E4BEC86FF6}" presName="root2" presStyleCnt="0"/>
      <dgm:spPr/>
    </dgm:pt>
    <dgm:pt modelId="{792934E8-D4EA-4AA8-AC2C-8E9CEC750C0A}" type="pres">
      <dgm:prSet presAssocID="{F89696D2-6320-460B-84CC-A6E4BEC86FF6}" presName="LevelTwoTextNode" presStyleLbl="node4" presStyleIdx="6" presStyleCnt="7">
        <dgm:presLayoutVars>
          <dgm:chPref val="3"/>
        </dgm:presLayoutVars>
      </dgm:prSet>
      <dgm:spPr/>
    </dgm:pt>
    <dgm:pt modelId="{ABB1DC30-6A1E-4C6E-B78C-A0C85750FAE8}" type="pres">
      <dgm:prSet presAssocID="{F89696D2-6320-460B-84CC-A6E4BEC86FF6}" presName="level3hierChild" presStyleCnt="0"/>
      <dgm:spPr/>
    </dgm:pt>
  </dgm:ptLst>
  <dgm:cxnLst>
    <dgm:cxn modelId="{905CDE0B-BA0E-4270-8F29-BD461ECFF5AF}" type="presOf" srcId="{8BFBF640-C562-434D-88D0-515076946AEF}" destId="{1C9FCBA6-FD60-4BB3-B80A-9E0C63242D9E}" srcOrd="0" destOrd="0" presId="urn:microsoft.com/office/officeart/2005/8/layout/hierarchy2"/>
    <dgm:cxn modelId="{8BA3C10D-7763-401F-A874-B6FC9E9E0399}" type="presOf" srcId="{C928C62F-D19D-4EA1-AB4E-C44759B2CCD0}" destId="{031E882A-286E-4D32-8E51-19AC45442719}" srcOrd="0" destOrd="0" presId="urn:microsoft.com/office/officeart/2005/8/layout/hierarchy2"/>
    <dgm:cxn modelId="{DB163D10-386D-4C1B-BFC4-2C7897A82C08}" type="presOf" srcId="{B6BFB050-E408-46B7-ABD0-F1832AB98BE4}" destId="{97B6B6C4-102B-43C4-9ADC-F2FE9124A186}" srcOrd="1" destOrd="0" presId="urn:microsoft.com/office/officeart/2005/8/layout/hierarchy2"/>
    <dgm:cxn modelId="{7817D312-6A39-41FF-BCA7-F2133743A392}" srcId="{D68C3350-78E9-428F-8750-F6BEE9BBB456}" destId="{BCD090A7-EA0F-4667-B95C-4BB2A8B93125}" srcOrd="0" destOrd="0" parTransId="{CB97D22E-4635-408F-AFC3-CAB9DCB970D2}" sibTransId="{CCE69E4D-99DC-44FD-AE32-12D86B7C8BCB}"/>
    <dgm:cxn modelId="{6CB4D114-D8F8-4A85-B4AE-B2D6A10AFB52}" type="presOf" srcId="{B6BFB050-E408-46B7-ABD0-F1832AB98BE4}" destId="{B910B0D5-AFF3-4D79-9023-551BE8F7E23C}" srcOrd="0" destOrd="0" presId="urn:microsoft.com/office/officeart/2005/8/layout/hierarchy2"/>
    <dgm:cxn modelId="{092A151A-A16F-4ECF-8BE7-252E226F0A87}" type="presOf" srcId="{3BFD2AF8-EFBD-49EC-9DC4-CC7B2E83B87A}" destId="{25054B54-FAED-4FF6-A6C8-ED8E33C99D71}" srcOrd="1" destOrd="0" presId="urn:microsoft.com/office/officeart/2005/8/layout/hierarchy2"/>
    <dgm:cxn modelId="{B87B911B-BC98-41C9-A037-2BBFF02E9E47}" srcId="{90BE3986-53B2-4AAC-AB79-18FD8BDAA0B0}" destId="{0FE37D45-55C0-465B-B6EA-13149AA25FC9}" srcOrd="2" destOrd="0" parTransId="{68D10338-FAF7-4CC8-98F4-CBB6224265EA}" sibTransId="{05329C9A-12AA-42D7-A076-4CBE598756D6}"/>
    <dgm:cxn modelId="{72F3501D-A101-4AEC-9C03-42CE7962A0B4}" srcId="{90BE3986-53B2-4AAC-AB79-18FD8BDAA0B0}" destId="{D68C3350-78E9-428F-8750-F6BEE9BBB456}" srcOrd="1" destOrd="0" parTransId="{3E6988CE-53D5-4BF1-8D05-103B5EA22F8F}" sibTransId="{883D0B20-F85E-411A-A029-375020F65B86}"/>
    <dgm:cxn modelId="{3EE7661E-E8A7-4EFA-A773-7A964E93F8EB}" srcId="{EC1A96AA-1774-484B-BA1D-D386E1372314}" destId="{DEA29A82-B7CE-4415-9747-551F89979B23}" srcOrd="0" destOrd="0" parTransId="{77590F63-CC97-43D4-9AFE-030905AB15FE}" sibTransId="{B7BA7954-0CCC-4AA7-B10E-962BDCF2AF98}"/>
    <dgm:cxn modelId="{E8D37D1E-8447-4934-994C-2EB4BFE84D44}" srcId="{90BE3986-53B2-4AAC-AB79-18FD8BDAA0B0}" destId="{4F1F3BEC-131A-4862-BE39-085EC627128C}" srcOrd="3" destOrd="0" parTransId="{9C845BF4-8989-4FAA-89D0-D41FE7313DD9}" sibTransId="{5C8E01CF-24A9-4F55-9CBC-AA962F226C62}"/>
    <dgm:cxn modelId="{7E5DE620-EAD1-46FE-B18D-C46E4AB4E5A2}" type="presOf" srcId="{A851E032-A6B6-4C4F-93EF-33975CE9C780}" destId="{5E662E56-0A81-420A-84C2-E2F850AE07CB}" srcOrd="0" destOrd="0" presId="urn:microsoft.com/office/officeart/2005/8/layout/hierarchy2"/>
    <dgm:cxn modelId="{E05A8621-9767-4D8D-B3D0-0FBCCC487CF5}" srcId="{937A5992-332C-4152-850E-7DBE279F6EB5}" destId="{1269FB6B-F53B-47AC-B69D-8730DA2FECE2}" srcOrd="0" destOrd="0" parTransId="{07930730-2D1F-4C46-B435-9E1D546F0BDB}" sibTransId="{7B481215-3E6C-444A-8D8B-3241889370A9}"/>
    <dgm:cxn modelId="{A9710226-1FE5-4B79-90B9-6786454D826B}" srcId="{8BFBF640-C562-434D-88D0-515076946AEF}" destId="{95D70360-0ABE-4ED9-B879-CDB0EB3AC297}" srcOrd="0" destOrd="0" parTransId="{6A7491B1-FD22-498E-A6A5-956E2DACD514}" sibTransId="{13D4FDD1-85E0-4EA0-BA8A-0DA3C916C52C}"/>
    <dgm:cxn modelId="{C4E36326-8B48-475F-B5D4-24690935D41D}" type="presOf" srcId="{F89696D2-6320-460B-84CC-A6E4BEC86FF6}" destId="{792934E8-D4EA-4AA8-AC2C-8E9CEC750C0A}" srcOrd="0" destOrd="0" presId="urn:microsoft.com/office/officeart/2005/8/layout/hierarchy2"/>
    <dgm:cxn modelId="{E80EBF26-7A9B-4A5C-82BD-2941777F7DA0}" type="presOf" srcId="{795AFA39-0926-4BA5-93F9-B93470216B13}" destId="{9C895E79-BDFC-4F2B-832A-D409893CCB78}" srcOrd="0" destOrd="0" presId="urn:microsoft.com/office/officeart/2005/8/layout/hierarchy2"/>
    <dgm:cxn modelId="{F0844D28-8F19-4B6F-B2E5-09283CA42F51}" type="presOf" srcId="{68D10338-FAF7-4CC8-98F4-CBB6224265EA}" destId="{A72C3854-AD26-4ABA-BD15-02602AC6FD5F}" srcOrd="0" destOrd="0" presId="urn:microsoft.com/office/officeart/2005/8/layout/hierarchy2"/>
    <dgm:cxn modelId="{DF294135-206D-408A-96D8-E83F092FA728}" type="presOf" srcId="{CE7E4485-E395-4D5B-A921-9A451F4BC8B4}" destId="{2403E6AF-EFDA-4C1F-93AB-9B559B958B75}" srcOrd="0" destOrd="0" presId="urn:microsoft.com/office/officeart/2005/8/layout/hierarchy2"/>
    <dgm:cxn modelId="{AC8DBD38-2C96-41BA-A62D-BCBAA57B411D}" type="presOf" srcId="{392E597C-2585-4205-BCBB-E509F25660A4}" destId="{919DF939-8BB4-4649-A18C-921715812B82}" srcOrd="0" destOrd="0" presId="urn:microsoft.com/office/officeart/2005/8/layout/hierarchy2"/>
    <dgm:cxn modelId="{474CF639-BF22-455C-A5F7-AEEB2D575BC3}" type="presOf" srcId="{CB97D22E-4635-408F-AFC3-CAB9DCB970D2}" destId="{D6F7C751-C2A8-49D8-85CD-CC85934ECED9}" srcOrd="1" destOrd="0" presId="urn:microsoft.com/office/officeart/2005/8/layout/hierarchy2"/>
    <dgm:cxn modelId="{5472DB3C-CC22-4C4A-A1EF-1D39B287DEC7}" type="presOf" srcId="{6A7491B1-FD22-498E-A6A5-956E2DACD514}" destId="{50B04F84-F641-40FF-BB9A-B903F43A602D}" srcOrd="1" destOrd="0" presId="urn:microsoft.com/office/officeart/2005/8/layout/hierarchy2"/>
    <dgm:cxn modelId="{82DC7E61-05A0-4542-8297-6AF56E8EE774}" type="presOf" srcId="{937DEDD5-A11F-4A02-92C1-9B369C72F0B3}" destId="{CE0E142A-8F06-4105-AEDC-8BA00B5AB9E4}" srcOrd="1" destOrd="0" presId="urn:microsoft.com/office/officeart/2005/8/layout/hierarchy2"/>
    <dgm:cxn modelId="{6C2BB761-1957-4947-A25A-8471DBD9FB93}" type="presOf" srcId="{055E90C1-8677-4E73-8145-F07F1A898F15}" destId="{A1AB0E32-7D9B-4F2C-8A70-AF283050B1CC}" srcOrd="1" destOrd="0" presId="urn:microsoft.com/office/officeart/2005/8/layout/hierarchy2"/>
    <dgm:cxn modelId="{6A762065-765A-4386-A45C-026DBB56C15F}" type="presOf" srcId="{74BB8236-7AF9-42B9-82D9-2E10F47690B7}" destId="{BD62113D-F7A2-45D4-B828-B8CF0AA382CB}" srcOrd="0" destOrd="0" presId="urn:microsoft.com/office/officeart/2005/8/layout/hierarchy2"/>
    <dgm:cxn modelId="{76751067-9C82-4C5B-82D4-228EF0DE9215}" type="presOf" srcId="{DEA29A82-B7CE-4415-9747-551F89979B23}" destId="{E0596535-6812-4CB5-A390-4F2968C70726}" srcOrd="0" destOrd="0" presId="urn:microsoft.com/office/officeart/2005/8/layout/hierarchy2"/>
    <dgm:cxn modelId="{B90E5249-2957-4C25-8C89-113D53213F58}" type="presOf" srcId="{1269FB6B-F53B-47AC-B69D-8730DA2FECE2}" destId="{200713D4-5086-43F1-8448-2FF8C66B2BB1}" srcOrd="0" destOrd="0" presId="urn:microsoft.com/office/officeart/2005/8/layout/hierarchy2"/>
    <dgm:cxn modelId="{FD9C3B4C-55E9-48B7-B13D-F42E02DC6CA5}" type="presOf" srcId="{392E597C-2585-4205-BCBB-E509F25660A4}" destId="{CA144524-C6FB-47A6-AEC3-90C1642495DE}" srcOrd="1" destOrd="0" presId="urn:microsoft.com/office/officeart/2005/8/layout/hierarchy2"/>
    <dgm:cxn modelId="{8D2E334E-DCD1-4C53-B2ED-94ED259C1EDE}" type="presOf" srcId="{CFFD2016-5F2D-4189-BF62-8F228B6FE208}" destId="{C5EDA653-BABA-437E-B367-C80F685674E8}" srcOrd="0" destOrd="0" presId="urn:microsoft.com/office/officeart/2005/8/layout/hierarchy2"/>
    <dgm:cxn modelId="{838F3D6E-4E1C-40C2-8E9D-687911A37B64}" type="presOf" srcId="{07930730-2D1F-4C46-B435-9E1D546F0BDB}" destId="{26942BF6-C3DC-4A2A-B100-006E10F4A010}" srcOrd="1" destOrd="0" presId="urn:microsoft.com/office/officeart/2005/8/layout/hierarchy2"/>
    <dgm:cxn modelId="{8CB9486E-AB11-4DB8-9859-E45B284AC40C}" type="presOf" srcId="{EC1A96AA-1774-484B-BA1D-D386E1372314}" destId="{FDC3B17C-1BA1-42C3-901E-C27F5CB109EF}" srcOrd="0" destOrd="0" presId="urn:microsoft.com/office/officeart/2005/8/layout/hierarchy2"/>
    <dgm:cxn modelId="{913DF471-312B-4BE1-A30A-A40966EED4D9}" srcId="{0FE37D45-55C0-465B-B6EA-13149AA25FC9}" destId="{A851E032-A6B6-4C4F-93EF-33975CE9C780}" srcOrd="0" destOrd="0" parTransId="{CFFD2016-5F2D-4189-BF62-8F228B6FE208}" sibTransId="{FCF25386-1395-465B-98C8-0F5DB97452A8}"/>
    <dgm:cxn modelId="{71CF0D52-7CAC-4BBF-B260-654ED5DC2D79}" type="presOf" srcId="{0FE37D45-55C0-465B-B6EA-13149AA25FC9}" destId="{FFD3B679-9E4C-42C0-8BF8-21518CCC7247}" srcOrd="0" destOrd="0" presId="urn:microsoft.com/office/officeart/2005/8/layout/hierarchy2"/>
    <dgm:cxn modelId="{F378A152-4AAF-4402-8A86-417614028BD6}" type="presOf" srcId="{B5189EB3-26DA-4A37-B014-6E9229E8CB5A}" destId="{FD153CD5-4274-4C6D-A811-5AF409B929D0}" srcOrd="0" destOrd="0" presId="urn:microsoft.com/office/officeart/2005/8/layout/hierarchy2"/>
    <dgm:cxn modelId="{05C0CC55-A618-4BE8-9CC7-65227E44BB37}" type="presOf" srcId="{433796F9-BC2A-4F0A-A9E8-EC15F5F84582}" destId="{9230EEB3-4943-4E10-8034-EC99A321A3D5}" srcOrd="0" destOrd="0" presId="urn:microsoft.com/office/officeart/2005/8/layout/hierarchy2"/>
    <dgm:cxn modelId="{3B75BD77-68D3-4173-A998-CF04DB16FD34}" type="presOf" srcId="{937DEDD5-A11F-4A02-92C1-9B369C72F0B3}" destId="{BA848267-00FB-4005-9305-9EA48CC05BD2}" srcOrd="0" destOrd="0" presId="urn:microsoft.com/office/officeart/2005/8/layout/hierarchy2"/>
    <dgm:cxn modelId="{91DB1558-70E0-417D-9D41-DC5A5E55312A}" type="presOf" srcId="{6A7491B1-FD22-498E-A6A5-956E2DACD514}" destId="{243B7897-B1B2-4963-9B60-41D672B018ED}" srcOrd="0" destOrd="0" presId="urn:microsoft.com/office/officeart/2005/8/layout/hierarchy2"/>
    <dgm:cxn modelId="{67482758-8846-4566-892B-DBE66FFA90AB}" type="presOf" srcId="{CE7E4485-E395-4D5B-A921-9A451F4BC8B4}" destId="{F25C5542-C057-450D-8AA1-8E8D18799DF1}" srcOrd="1" destOrd="0" presId="urn:microsoft.com/office/officeart/2005/8/layout/hierarchy2"/>
    <dgm:cxn modelId="{457A057A-AB90-4869-96A9-085C26CA850B}" type="presOf" srcId="{CB97D22E-4635-408F-AFC3-CAB9DCB970D2}" destId="{3F2DCCEC-3B99-4711-9487-FA485394BEB5}" srcOrd="0" destOrd="0" presId="urn:microsoft.com/office/officeart/2005/8/layout/hierarchy2"/>
    <dgm:cxn modelId="{E488DB5A-6FE0-464C-9956-BF9F942752BD}" type="presOf" srcId="{90BE3986-53B2-4AAC-AB79-18FD8BDAA0B0}" destId="{04F0D2C1-26C8-48C5-9583-AC1FB4744944}" srcOrd="0" destOrd="0" presId="urn:microsoft.com/office/officeart/2005/8/layout/hierarchy2"/>
    <dgm:cxn modelId="{FCA8067B-10D7-4A1E-BB1F-30FA4AB0C373}" type="presOf" srcId="{68D10338-FAF7-4CC8-98F4-CBB6224265EA}" destId="{0349FD37-AB61-4AC8-A3C8-805BACC16098}" srcOrd="1" destOrd="0" presId="urn:microsoft.com/office/officeart/2005/8/layout/hierarchy2"/>
    <dgm:cxn modelId="{BA53C486-A996-46DF-8551-D3AE578B96B5}" srcId="{DEA29A82-B7CE-4415-9747-551F89979B23}" destId="{B5189EB3-26DA-4A37-B014-6E9229E8CB5A}" srcOrd="0" destOrd="0" parTransId="{B6BFB050-E408-46B7-ABD0-F1832AB98BE4}" sibTransId="{34624DDD-CD5C-41A5-ACE6-BADE39D0DE7D}"/>
    <dgm:cxn modelId="{56299F88-C737-4B6B-B8CF-43B61920E95A}" type="presOf" srcId="{3E6988CE-53D5-4BF1-8D05-103B5EA22F8F}" destId="{E4869A55-1FAA-4C0D-BB8A-B3B0913ACC81}" srcOrd="1" destOrd="0" presId="urn:microsoft.com/office/officeart/2005/8/layout/hierarchy2"/>
    <dgm:cxn modelId="{64385E8E-2DE0-482C-B204-2BDE6981F433}" type="presOf" srcId="{9C845BF4-8989-4FAA-89D0-D41FE7313DD9}" destId="{FE04C41B-8F22-42DF-83A4-CF892BFDE4B4}" srcOrd="0" destOrd="0" presId="urn:microsoft.com/office/officeart/2005/8/layout/hierarchy2"/>
    <dgm:cxn modelId="{CFA4AC8F-E1B8-41A4-82AC-4425EB1CD3D4}" type="presOf" srcId="{3E6988CE-53D5-4BF1-8D05-103B5EA22F8F}" destId="{85792DA1-C46F-45C1-9522-D53C530D151E}" srcOrd="0" destOrd="0" presId="urn:microsoft.com/office/officeart/2005/8/layout/hierarchy2"/>
    <dgm:cxn modelId="{77F9A69A-C7E7-4907-84E5-A44A59DD45EA}" srcId="{D4985915-C197-478E-ABDE-0C1D87B5C975}" destId="{EA11F489-6AC0-467D-B2F0-D3603F03D168}" srcOrd="0" destOrd="0" parTransId="{433796F9-BC2A-4F0A-A9E8-EC15F5F84582}" sibTransId="{FAA981F3-F9F6-4903-BB0E-9F3E49C4D04B}"/>
    <dgm:cxn modelId="{988E9FA4-8E2C-4CD0-84CA-B8FC9ECFF299}" type="presOf" srcId="{D68C3350-78E9-428F-8750-F6BEE9BBB456}" destId="{E8D2ABDB-8EA4-4DF2-889A-94368EB1E4DE}" srcOrd="0" destOrd="0" presId="urn:microsoft.com/office/officeart/2005/8/layout/hierarchy2"/>
    <dgm:cxn modelId="{50AF00A8-3AD0-4F8F-B8D9-8475DB3EA3D6}" type="presOf" srcId="{EA11F489-6AC0-467D-B2F0-D3603F03D168}" destId="{0FC70610-B75D-4729-AC3E-4569726D6DDC}" srcOrd="0" destOrd="0" presId="urn:microsoft.com/office/officeart/2005/8/layout/hierarchy2"/>
    <dgm:cxn modelId="{D8D320AC-2F24-4A1A-BE94-6FD0326CFD86}" type="presOf" srcId="{74553793-D703-41D1-9824-292F14381FC2}" destId="{C43A543C-5F50-495D-BC40-D248BC2C00E4}" srcOrd="0" destOrd="0" presId="urn:microsoft.com/office/officeart/2005/8/layout/hierarchy2"/>
    <dgm:cxn modelId="{911ACFB2-93D1-4D44-ABD3-89E1165E15BD}" type="presOf" srcId="{937A5992-332C-4152-850E-7DBE279F6EB5}" destId="{8ADF5731-8929-427D-A183-FE02BF5C295C}" srcOrd="0" destOrd="0" presId="urn:microsoft.com/office/officeart/2005/8/layout/hierarchy2"/>
    <dgm:cxn modelId="{15367BB6-A357-436C-9438-90AC1FCD06B4}" srcId="{90BE3986-53B2-4AAC-AB79-18FD8BDAA0B0}" destId="{937A5992-332C-4152-850E-7DBE279F6EB5}" srcOrd="0" destOrd="0" parTransId="{055E90C1-8677-4E73-8145-F07F1A898F15}" sibTransId="{B4F0D071-E21F-42E3-9191-AD57B4F70B20}"/>
    <dgm:cxn modelId="{D0F3DEB9-1689-402B-B313-FBEC518D890C}" type="presOf" srcId="{74553793-D703-41D1-9824-292F14381FC2}" destId="{31EDA735-E305-4E7C-9F2E-58A59544B077}" srcOrd="1" destOrd="0" presId="urn:microsoft.com/office/officeart/2005/8/layout/hierarchy2"/>
    <dgm:cxn modelId="{F231B3C3-1764-40D6-90A9-638C638B9A2D}" type="presOf" srcId="{4F1F3BEC-131A-4862-BE39-085EC627128C}" destId="{522840AB-A661-4B05-B087-233C00685573}" srcOrd="0" destOrd="0" presId="urn:microsoft.com/office/officeart/2005/8/layout/hierarchy2"/>
    <dgm:cxn modelId="{6143B8C5-B802-4E86-BD39-7DECDC47EF19}" type="presOf" srcId="{CFFD2016-5F2D-4189-BF62-8F228B6FE208}" destId="{C0DA8249-CB3F-4CFA-86BC-DCB1F5C92505}" srcOrd="1" destOrd="0" presId="urn:microsoft.com/office/officeart/2005/8/layout/hierarchy2"/>
    <dgm:cxn modelId="{944716C8-82C0-4785-ABCC-B69A16E018EA}" type="presOf" srcId="{D4985915-C197-478E-ABDE-0C1D87B5C975}" destId="{D4A7C153-0BAA-4BA5-AA3B-5A66433E0B6E}" srcOrd="0" destOrd="0" presId="urn:microsoft.com/office/officeart/2005/8/layout/hierarchy2"/>
    <dgm:cxn modelId="{1B5EB4CA-8A5E-40A5-AEB6-EBB5C4CF49EA}" type="presOf" srcId="{9C845BF4-8989-4FAA-89D0-D41FE7313DD9}" destId="{AA3ABF3D-5805-4610-8F0F-4E384DE9921A}" srcOrd="1" destOrd="0" presId="urn:microsoft.com/office/officeart/2005/8/layout/hierarchy2"/>
    <dgm:cxn modelId="{C013EDCA-4454-4A04-AD19-6B6D79E56C4E}" type="presOf" srcId="{3BFD2AF8-EFBD-49EC-9DC4-CC7B2E83B87A}" destId="{BB52DECA-426F-4BF7-A5C1-D195350A5494}" srcOrd="0" destOrd="0" presId="urn:microsoft.com/office/officeart/2005/8/layout/hierarchy2"/>
    <dgm:cxn modelId="{35FCE9D1-F135-4E4D-8319-DFBD4745207E}" srcId="{DEA29A82-B7CE-4415-9747-551F89979B23}" destId="{90BE3986-53B2-4AAC-AB79-18FD8BDAA0B0}" srcOrd="1" destOrd="0" parTransId="{937DEDD5-A11F-4A02-92C1-9B369C72F0B3}" sibTransId="{04D785E6-816C-4861-9B76-2983B85F9699}"/>
    <dgm:cxn modelId="{DC982BD7-55EC-416E-982C-E40705D70CF9}" type="presOf" srcId="{BCD090A7-EA0F-4667-B95C-4BB2A8B93125}" destId="{07C5C1C1-E418-4C3C-A426-7C308863197D}" srcOrd="0" destOrd="0" presId="urn:microsoft.com/office/officeart/2005/8/layout/hierarchy2"/>
    <dgm:cxn modelId="{1A1AF6DD-F534-4026-B209-632195D4F6BF}" srcId="{B5189EB3-26DA-4A37-B014-6E9229E8CB5A}" destId="{D4985915-C197-478E-ABDE-0C1D87B5C975}" srcOrd="2" destOrd="0" parTransId="{3BFD2AF8-EFBD-49EC-9DC4-CC7B2E83B87A}" sibTransId="{CA5787FA-2A9B-48EA-9C9F-3C7B02C52191}"/>
    <dgm:cxn modelId="{0156D3DF-E26E-4C2D-B918-671BCB5D04BF}" type="presOf" srcId="{433796F9-BC2A-4F0A-A9E8-EC15F5F84582}" destId="{47AB1124-6CD0-46C7-A988-16689CD121C0}" srcOrd="1" destOrd="0" presId="urn:microsoft.com/office/officeart/2005/8/layout/hierarchy2"/>
    <dgm:cxn modelId="{F8FFC8E3-2FB9-4CF7-88B2-B757864E280B}" srcId="{B5189EB3-26DA-4A37-B014-6E9229E8CB5A}" destId="{C928C62F-D19D-4EA1-AB4E-C44759B2CCD0}" srcOrd="1" destOrd="0" parTransId="{392E597C-2585-4205-BCBB-E509F25660A4}" sibTransId="{ECE5366F-4387-4B46-9F5C-7CE0313A1B05}"/>
    <dgm:cxn modelId="{95E0BFE5-046D-4AEE-9583-FB7B7716F133}" type="presOf" srcId="{74BB8236-7AF9-42B9-82D9-2E10F47690B7}" destId="{BEEC5064-DF61-48DF-B51E-FF07C0026B16}" srcOrd="1" destOrd="0" presId="urn:microsoft.com/office/officeart/2005/8/layout/hierarchy2"/>
    <dgm:cxn modelId="{9067ACE7-53C2-402E-AAA8-E625D94D55B1}" srcId="{B5189EB3-26DA-4A37-B014-6E9229E8CB5A}" destId="{8BFBF640-C562-434D-88D0-515076946AEF}" srcOrd="0" destOrd="0" parTransId="{74BB8236-7AF9-42B9-82D9-2E10F47690B7}" sibTransId="{F9637E10-E5F8-4ECA-9B9E-7A9FE936C0D9}"/>
    <dgm:cxn modelId="{A3DFACE7-47AF-455F-89BC-F132EFEFF1CA}" srcId="{C928C62F-D19D-4EA1-AB4E-C44759B2CCD0}" destId="{795AFA39-0926-4BA5-93F9-B93470216B13}" srcOrd="0" destOrd="0" parTransId="{CE7E4485-E395-4D5B-A921-9A451F4BC8B4}" sibTransId="{6CA8B837-020B-48FA-B7CE-138019244B49}"/>
    <dgm:cxn modelId="{870A88E9-882A-49FB-83B5-9638287802D9}" type="presOf" srcId="{95D70360-0ABE-4ED9-B879-CDB0EB3AC297}" destId="{9EAF43E7-2979-4296-B330-E067D26D4DA5}" srcOrd="0" destOrd="0" presId="urn:microsoft.com/office/officeart/2005/8/layout/hierarchy2"/>
    <dgm:cxn modelId="{96D702EE-AB92-4B4F-BD2A-DE5E81D27266}" type="presOf" srcId="{07930730-2D1F-4C46-B435-9E1D546F0BDB}" destId="{448FA54B-6E44-45BC-9307-CFB0ECDA3CC2}" srcOrd="0" destOrd="0" presId="urn:microsoft.com/office/officeart/2005/8/layout/hierarchy2"/>
    <dgm:cxn modelId="{CD2840F3-5749-4D82-B0BD-2CB1712A4F3F}" type="presOf" srcId="{055E90C1-8677-4E73-8145-F07F1A898F15}" destId="{FEA4D0CE-1A2F-425D-A97A-1D83266C7BDA}" srcOrd="0" destOrd="0" presId="urn:microsoft.com/office/officeart/2005/8/layout/hierarchy2"/>
    <dgm:cxn modelId="{99DA0CFD-FB5A-40DD-9C41-B3BC0A32E8F5}" srcId="{4F1F3BEC-131A-4862-BE39-085EC627128C}" destId="{F89696D2-6320-460B-84CC-A6E4BEC86FF6}" srcOrd="0" destOrd="0" parTransId="{74553793-D703-41D1-9824-292F14381FC2}" sibTransId="{5147D497-3F56-4C49-A81B-B12337F8FB30}"/>
    <dgm:cxn modelId="{99B2676D-B213-4114-85A2-390671BDB3D9}" type="presParOf" srcId="{FDC3B17C-1BA1-42C3-901E-C27F5CB109EF}" destId="{B147ED40-8CBB-494A-9667-0B805A99BE04}" srcOrd="0" destOrd="0" presId="urn:microsoft.com/office/officeart/2005/8/layout/hierarchy2"/>
    <dgm:cxn modelId="{35B0FCDA-7CE9-456B-9F8E-45CFC00B7B96}" type="presParOf" srcId="{B147ED40-8CBB-494A-9667-0B805A99BE04}" destId="{E0596535-6812-4CB5-A390-4F2968C70726}" srcOrd="0" destOrd="0" presId="urn:microsoft.com/office/officeart/2005/8/layout/hierarchy2"/>
    <dgm:cxn modelId="{9B1DB34C-9E6A-480D-A1F4-ADCAEB4344A6}" type="presParOf" srcId="{B147ED40-8CBB-494A-9667-0B805A99BE04}" destId="{335C548D-DE7E-4A5B-AEF7-4746CC76E459}" srcOrd="1" destOrd="0" presId="urn:microsoft.com/office/officeart/2005/8/layout/hierarchy2"/>
    <dgm:cxn modelId="{8CB154DC-00EE-4574-8A22-7BE5E840EBAC}" type="presParOf" srcId="{335C548D-DE7E-4A5B-AEF7-4746CC76E459}" destId="{B910B0D5-AFF3-4D79-9023-551BE8F7E23C}" srcOrd="0" destOrd="0" presId="urn:microsoft.com/office/officeart/2005/8/layout/hierarchy2"/>
    <dgm:cxn modelId="{BE7F5345-0DD4-4B60-95E0-21FBD1AAB382}" type="presParOf" srcId="{B910B0D5-AFF3-4D79-9023-551BE8F7E23C}" destId="{97B6B6C4-102B-43C4-9ADC-F2FE9124A186}" srcOrd="0" destOrd="0" presId="urn:microsoft.com/office/officeart/2005/8/layout/hierarchy2"/>
    <dgm:cxn modelId="{0E441449-52C0-4098-9DF6-0C8F742B2163}" type="presParOf" srcId="{335C548D-DE7E-4A5B-AEF7-4746CC76E459}" destId="{68E52C51-5A3A-4084-B578-EA52BA931D2B}" srcOrd="1" destOrd="0" presId="urn:microsoft.com/office/officeart/2005/8/layout/hierarchy2"/>
    <dgm:cxn modelId="{F1AE5E6B-E49E-44B9-A88E-634E1B5F93BC}" type="presParOf" srcId="{68E52C51-5A3A-4084-B578-EA52BA931D2B}" destId="{FD153CD5-4274-4C6D-A811-5AF409B929D0}" srcOrd="0" destOrd="0" presId="urn:microsoft.com/office/officeart/2005/8/layout/hierarchy2"/>
    <dgm:cxn modelId="{21DF6430-8D09-425E-B0FE-A872443975DC}" type="presParOf" srcId="{68E52C51-5A3A-4084-B578-EA52BA931D2B}" destId="{1ED47FBB-E09E-493C-88A8-32E8DF0273CF}" srcOrd="1" destOrd="0" presId="urn:microsoft.com/office/officeart/2005/8/layout/hierarchy2"/>
    <dgm:cxn modelId="{55374B92-0BE0-446F-912E-B7073291BC5A}" type="presParOf" srcId="{1ED47FBB-E09E-493C-88A8-32E8DF0273CF}" destId="{BD62113D-F7A2-45D4-B828-B8CF0AA382CB}" srcOrd="0" destOrd="0" presId="urn:microsoft.com/office/officeart/2005/8/layout/hierarchy2"/>
    <dgm:cxn modelId="{B01072B8-BE1D-4311-BF7F-E0018BCE656F}" type="presParOf" srcId="{BD62113D-F7A2-45D4-B828-B8CF0AA382CB}" destId="{BEEC5064-DF61-48DF-B51E-FF07C0026B16}" srcOrd="0" destOrd="0" presId="urn:microsoft.com/office/officeart/2005/8/layout/hierarchy2"/>
    <dgm:cxn modelId="{C51B8F40-07E5-4017-8E7E-25F98F3E6204}" type="presParOf" srcId="{1ED47FBB-E09E-493C-88A8-32E8DF0273CF}" destId="{C80DA147-093E-4DB3-94DE-2B061711EFC1}" srcOrd="1" destOrd="0" presId="urn:microsoft.com/office/officeart/2005/8/layout/hierarchy2"/>
    <dgm:cxn modelId="{AC7FDE93-0A39-406A-93A4-EF7AF3F758C9}" type="presParOf" srcId="{C80DA147-093E-4DB3-94DE-2B061711EFC1}" destId="{1C9FCBA6-FD60-4BB3-B80A-9E0C63242D9E}" srcOrd="0" destOrd="0" presId="urn:microsoft.com/office/officeart/2005/8/layout/hierarchy2"/>
    <dgm:cxn modelId="{29A063C1-9C29-46D7-980C-80F93B509421}" type="presParOf" srcId="{C80DA147-093E-4DB3-94DE-2B061711EFC1}" destId="{36508E64-A3BE-4DEF-8782-3DBBDE35CBEF}" srcOrd="1" destOrd="0" presId="urn:microsoft.com/office/officeart/2005/8/layout/hierarchy2"/>
    <dgm:cxn modelId="{43EB785C-81EA-4F5C-8362-4097F23A7FD6}" type="presParOf" srcId="{36508E64-A3BE-4DEF-8782-3DBBDE35CBEF}" destId="{243B7897-B1B2-4963-9B60-41D672B018ED}" srcOrd="0" destOrd="0" presId="urn:microsoft.com/office/officeart/2005/8/layout/hierarchy2"/>
    <dgm:cxn modelId="{2EB17319-5101-4422-8355-0BF8BD3D0A41}" type="presParOf" srcId="{243B7897-B1B2-4963-9B60-41D672B018ED}" destId="{50B04F84-F641-40FF-BB9A-B903F43A602D}" srcOrd="0" destOrd="0" presId="urn:microsoft.com/office/officeart/2005/8/layout/hierarchy2"/>
    <dgm:cxn modelId="{DF8AF682-DD63-4909-9F86-3076DC9C2207}" type="presParOf" srcId="{36508E64-A3BE-4DEF-8782-3DBBDE35CBEF}" destId="{0EDB46A9-68A9-4E7E-B291-53C1AB99ABAE}" srcOrd="1" destOrd="0" presId="urn:microsoft.com/office/officeart/2005/8/layout/hierarchy2"/>
    <dgm:cxn modelId="{20C1F2C0-7A14-443A-9C58-BE3A5393561B}" type="presParOf" srcId="{0EDB46A9-68A9-4E7E-B291-53C1AB99ABAE}" destId="{9EAF43E7-2979-4296-B330-E067D26D4DA5}" srcOrd="0" destOrd="0" presId="urn:microsoft.com/office/officeart/2005/8/layout/hierarchy2"/>
    <dgm:cxn modelId="{716D5882-D372-44CC-AD59-B0DBF5CEF4F3}" type="presParOf" srcId="{0EDB46A9-68A9-4E7E-B291-53C1AB99ABAE}" destId="{7682AF4F-B2F8-4416-B244-D5CC5E50CD5A}" srcOrd="1" destOrd="0" presId="urn:microsoft.com/office/officeart/2005/8/layout/hierarchy2"/>
    <dgm:cxn modelId="{25C5FFD6-C704-4A92-AA64-5FC25AF715C3}" type="presParOf" srcId="{1ED47FBB-E09E-493C-88A8-32E8DF0273CF}" destId="{919DF939-8BB4-4649-A18C-921715812B82}" srcOrd="2" destOrd="0" presId="urn:microsoft.com/office/officeart/2005/8/layout/hierarchy2"/>
    <dgm:cxn modelId="{4A702767-69FF-4144-8D62-1095D08DDC38}" type="presParOf" srcId="{919DF939-8BB4-4649-A18C-921715812B82}" destId="{CA144524-C6FB-47A6-AEC3-90C1642495DE}" srcOrd="0" destOrd="0" presId="urn:microsoft.com/office/officeart/2005/8/layout/hierarchy2"/>
    <dgm:cxn modelId="{8663DA1F-ECBC-4211-9B31-04A9F90F8763}" type="presParOf" srcId="{1ED47FBB-E09E-493C-88A8-32E8DF0273CF}" destId="{B402A8A3-52B7-489E-865F-62B41BC8EAFA}" srcOrd="3" destOrd="0" presId="urn:microsoft.com/office/officeart/2005/8/layout/hierarchy2"/>
    <dgm:cxn modelId="{90683CAC-F511-494F-9014-0F8B80D7137F}" type="presParOf" srcId="{B402A8A3-52B7-489E-865F-62B41BC8EAFA}" destId="{031E882A-286E-4D32-8E51-19AC45442719}" srcOrd="0" destOrd="0" presId="urn:microsoft.com/office/officeart/2005/8/layout/hierarchy2"/>
    <dgm:cxn modelId="{5D293749-DAE6-4FBB-BE44-417CCEFB4893}" type="presParOf" srcId="{B402A8A3-52B7-489E-865F-62B41BC8EAFA}" destId="{3C53FC3E-A2E1-4534-8032-DD2EADB02E7F}" srcOrd="1" destOrd="0" presId="urn:microsoft.com/office/officeart/2005/8/layout/hierarchy2"/>
    <dgm:cxn modelId="{566F4574-551B-4AC4-B200-9C729CD4D16B}" type="presParOf" srcId="{3C53FC3E-A2E1-4534-8032-DD2EADB02E7F}" destId="{2403E6AF-EFDA-4C1F-93AB-9B559B958B75}" srcOrd="0" destOrd="0" presId="urn:microsoft.com/office/officeart/2005/8/layout/hierarchy2"/>
    <dgm:cxn modelId="{244F9681-C729-4939-A160-A7421F8A739F}" type="presParOf" srcId="{2403E6AF-EFDA-4C1F-93AB-9B559B958B75}" destId="{F25C5542-C057-450D-8AA1-8E8D18799DF1}" srcOrd="0" destOrd="0" presId="urn:microsoft.com/office/officeart/2005/8/layout/hierarchy2"/>
    <dgm:cxn modelId="{8238E98F-083F-4252-90B9-005EE4F9F883}" type="presParOf" srcId="{3C53FC3E-A2E1-4534-8032-DD2EADB02E7F}" destId="{5B0BC517-80C0-47DC-964C-9F351EACD1EF}" srcOrd="1" destOrd="0" presId="urn:microsoft.com/office/officeart/2005/8/layout/hierarchy2"/>
    <dgm:cxn modelId="{FE9B1B78-DC7D-4F06-9F5B-9A43DD990AB7}" type="presParOf" srcId="{5B0BC517-80C0-47DC-964C-9F351EACD1EF}" destId="{9C895E79-BDFC-4F2B-832A-D409893CCB78}" srcOrd="0" destOrd="0" presId="urn:microsoft.com/office/officeart/2005/8/layout/hierarchy2"/>
    <dgm:cxn modelId="{C432537E-961C-432C-AE92-A1752F54DBC2}" type="presParOf" srcId="{5B0BC517-80C0-47DC-964C-9F351EACD1EF}" destId="{47860665-9337-4D14-9512-97DF6B3CC089}" srcOrd="1" destOrd="0" presId="urn:microsoft.com/office/officeart/2005/8/layout/hierarchy2"/>
    <dgm:cxn modelId="{EFB2CE3D-3B7B-4E77-A7BC-CA2153341A10}" type="presParOf" srcId="{1ED47FBB-E09E-493C-88A8-32E8DF0273CF}" destId="{BB52DECA-426F-4BF7-A5C1-D195350A5494}" srcOrd="4" destOrd="0" presId="urn:microsoft.com/office/officeart/2005/8/layout/hierarchy2"/>
    <dgm:cxn modelId="{865BAC0B-CE79-4324-8AAC-A1004955D169}" type="presParOf" srcId="{BB52DECA-426F-4BF7-A5C1-D195350A5494}" destId="{25054B54-FAED-4FF6-A6C8-ED8E33C99D71}" srcOrd="0" destOrd="0" presId="urn:microsoft.com/office/officeart/2005/8/layout/hierarchy2"/>
    <dgm:cxn modelId="{5752F576-F096-4499-B84A-C55F09C6C5C5}" type="presParOf" srcId="{1ED47FBB-E09E-493C-88A8-32E8DF0273CF}" destId="{F0C050E5-DED4-4068-8262-B4F25375825E}" srcOrd="5" destOrd="0" presId="urn:microsoft.com/office/officeart/2005/8/layout/hierarchy2"/>
    <dgm:cxn modelId="{1D80DB6C-4888-45E5-835A-211FB5B9C592}" type="presParOf" srcId="{F0C050E5-DED4-4068-8262-B4F25375825E}" destId="{D4A7C153-0BAA-4BA5-AA3B-5A66433E0B6E}" srcOrd="0" destOrd="0" presId="urn:microsoft.com/office/officeart/2005/8/layout/hierarchy2"/>
    <dgm:cxn modelId="{09C18D28-0372-446A-89A9-C06849850462}" type="presParOf" srcId="{F0C050E5-DED4-4068-8262-B4F25375825E}" destId="{8DB3F985-C8C5-4255-BC7E-D0990ACC7558}" srcOrd="1" destOrd="0" presId="urn:microsoft.com/office/officeart/2005/8/layout/hierarchy2"/>
    <dgm:cxn modelId="{D3B7BD10-42D5-419A-BC8D-F88798A39EC7}" type="presParOf" srcId="{8DB3F985-C8C5-4255-BC7E-D0990ACC7558}" destId="{9230EEB3-4943-4E10-8034-EC99A321A3D5}" srcOrd="0" destOrd="0" presId="urn:microsoft.com/office/officeart/2005/8/layout/hierarchy2"/>
    <dgm:cxn modelId="{931DD897-D1D1-4B27-85B7-830008FB3A79}" type="presParOf" srcId="{9230EEB3-4943-4E10-8034-EC99A321A3D5}" destId="{47AB1124-6CD0-46C7-A988-16689CD121C0}" srcOrd="0" destOrd="0" presId="urn:microsoft.com/office/officeart/2005/8/layout/hierarchy2"/>
    <dgm:cxn modelId="{EEA531C3-08C2-4629-B65F-F7F3EB024885}" type="presParOf" srcId="{8DB3F985-C8C5-4255-BC7E-D0990ACC7558}" destId="{811A112B-A9EB-41B6-AA72-31DB538D4833}" srcOrd="1" destOrd="0" presId="urn:microsoft.com/office/officeart/2005/8/layout/hierarchy2"/>
    <dgm:cxn modelId="{ED868995-C7C4-47A0-9741-F7E351986F07}" type="presParOf" srcId="{811A112B-A9EB-41B6-AA72-31DB538D4833}" destId="{0FC70610-B75D-4729-AC3E-4569726D6DDC}" srcOrd="0" destOrd="0" presId="urn:microsoft.com/office/officeart/2005/8/layout/hierarchy2"/>
    <dgm:cxn modelId="{FD4C6C56-068E-4EC3-9B04-52672D466FE7}" type="presParOf" srcId="{811A112B-A9EB-41B6-AA72-31DB538D4833}" destId="{605A3E42-CB3E-41CB-AE57-55E39A7E2771}" srcOrd="1" destOrd="0" presId="urn:microsoft.com/office/officeart/2005/8/layout/hierarchy2"/>
    <dgm:cxn modelId="{6EEAFD34-4A32-4A52-B738-0476BCC31775}" type="presParOf" srcId="{335C548D-DE7E-4A5B-AEF7-4746CC76E459}" destId="{BA848267-00FB-4005-9305-9EA48CC05BD2}" srcOrd="2" destOrd="0" presId="urn:microsoft.com/office/officeart/2005/8/layout/hierarchy2"/>
    <dgm:cxn modelId="{ED6540F4-D664-4EBE-B51A-BD14CE18F809}" type="presParOf" srcId="{BA848267-00FB-4005-9305-9EA48CC05BD2}" destId="{CE0E142A-8F06-4105-AEDC-8BA00B5AB9E4}" srcOrd="0" destOrd="0" presId="urn:microsoft.com/office/officeart/2005/8/layout/hierarchy2"/>
    <dgm:cxn modelId="{E7AF1C98-B97A-424B-A1F2-C95F9487B9C4}" type="presParOf" srcId="{335C548D-DE7E-4A5B-AEF7-4746CC76E459}" destId="{E7CA477B-0FA8-4D81-8CCE-087BF1EE8E0E}" srcOrd="3" destOrd="0" presId="urn:microsoft.com/office/officeart/2005/8/layout/hierarchy2"/>
    <dgm:cxn modelId="{3C0B2843-0D0F-4385-AD7B-944AC14DBBA2}" type="presParOf" srcId="{E7CA477B-0FA8-4D81-8CCE-087BF1EE8E0E}" destId="{04F0D2C1-26C8-48C5-9583-AC1FB4744944}" srcOrd="0" destOrd="0" presId="urn:microsoft.com/office/officeart/2005/8/layout/hierarchy2"/>
    <dgm:cxn modelId="{3C5EFB9A-8C6D-48B9-ABCB-408C4E06E13B}" type="presParOf" srcId="{E7CA477B-0FA8-4D81-8CCE-087BF1EE8E0E}" destId="{575B3C5A-8B37-4180-B999-F7EE858E0101}" srcOrd="1" destOrd="0" presId="urn:microsoft.com/office/officeart/2005/8/layout/hierarchy2"/>
    <dgm:cxn modelId="{C6D059C5-6FEC-4860-9619-E349D3508C7B}" type="presParOf" srcId="{575B3C5A-8B37-4180-B999-F7EE858E0101}" destId="{FEA4D0CE-1A2F-425D-A97A-1D83266C7BDA}" srcOrd="0" destOrd="0" presId="urn:microsoft.com/office/officeart/2005/8/layout/hierarchy2"/>
    <dgm:cxn modelId="{80099D5E-54D6-400A-B5D4-C02EFA8E077A}" type="presParOf" srcId="{FEA4D0CE-1A2F-425D-A97A-1D83266C7BDA}" destId="{A1AB0E32-7D9B-4F2C-8A70-AF283050B1CC}" srcOrd="0" destOrd="0" presId="urn:microsoft.com/office/officeart/2005/8/layout/hierarchy2"/>
    <dgm:cxn modelId="{FF8DB592-4276-413B-B8F0-F8422485C916}" type="presParOf" srcId="{575B3C5A-8B37-4180-B999-F7EE858E0101}" destId="{87603C56-669C-4270-999F-17A0ECF3EB9E}" srcOrd="1" destOrd="0" presId="urn:microsoft.com/office/officeart/2005/8/layout/hierarchy2"/>
    <dgm:cxn modelId="{1C062110-BD06-496B-ACEF-6681397AFF2D}" type="presParOf" srcId="{87603C56-669C-4270-999F-17A0ECF3EB9E}" destId="{8ADF5731-8929-427D-A183-FE02BF5C295C}" srcOrd="0" destOrd="0" presId="urn:microsoft.com/office/officeart/2005/8/layout/hierarchy2"/>
    <dgm:cxn modelId="{621D5B73-4399-4D6A-BF6D-A400B83EC3C2}" type="presParOf" srcId="{87603C56-669C-4270-999F-17A0ECF3EB9E}" destId="{3D648220-BFC3-47B3-B633-EB6CF8260472}" srcOrd="1" destOrd="0" presId="urn:microsoft.com/office/officeart/2005/8/layout/hierarchy2"/>
    <dgm:cxn modelId="{B17B9D19-E393-4DD9-9F7A-083B3E140D3E}" type="presParOf" srcId="{3D648220-BFC3-47B3-B633-EB6CF8260472}" destId="{448FA54B-6E44-45BC-9307-CFB0ECDA3CC2}" srcOrd="0" destOrd="0" presId="urn:microsoft.com/office/officeart/2005/8/layout/hierarchy2"/>
    <dgm:cxn modelId="{225D1C19-E57D-4226-BBEE-ED36C77C8A32}" type="presParOf" srcId="{448FA54B-6E44-45BC-9307-CFB0ECDA3CC2}" destId="{26942BF6-C3DC-4A2A-B100-006E10F4A010}" srcOrd="0" destOrd="0" presId="urn:microsoft.com/office/officeart/2005/8/layout/hierarchy2"/>
    <dgm:cxn modelId="{8DAE70E3-D030-4A5B-AB0B-2E1DC7D89CB4}" type="presParOf" srcId="{3D648220-BFC3-47B3-B633-EB6CF8260472}" destId="{007649CE-372C-4571-824A-979FE464CC58}" srcOrd="1" destOrd="0" presId="urn:microsoft.com/office/officeart/2005/8/layout/hierarchy2"/>
    <dgm:cxn modelId="{9B8428BB-7098-4186-B2E7-53C363442DAD}" type="presParOf" srcId="{007649CE-372C-4571-824A-979FE464CC58}" destId="{200713D4-5086-43F1-8448-2FF8C66B2BB1}" srcOrd="0" destOrd="0" presId="urn:microsoft.com/office/officeart/2005/8/layout/hierarchy2"/>
    <dgm:cxn modelId="{9D94C3FB-F55C-48CE-B1FB-5F8706D53B0D}" type="presParOf" srcId="{007649CE-372C-4571-824A-979FE464CC58}" destId="{F67DC267-B9A8-4D51-8C54-FE0CBD2116C6}" srcOrd="1" destOrd="0" presId="urn:microsoft.com/office/officeart/2005/8/layout/hierarchy2"/>
    <dgm:cxn modelId="{F6FCAA57-0641-4C74-8432-1377DAEB13A5}" type="presParOf" srcId="{575B3C5A-8B37-4180-B999-F7EE858E0101}" destId="{85792DA1-C46F-45C1-9522-D53C530D151E}" srcOrd="2" destOrd="0" presId="urn:microsoft.com/office/officeart/2005/8/layout/hierarchy2"/>
    <dgm:cxn modelId="{7D17EFF6-A1A1-461E-A165-96FD0A74760C}" type="presParOf" srcId="{85792DA1-C46F-45C1-9522-D53C530D151E}" destId="{E4869A55-1FAA-4C0D-BB8A-B3B0913ACC81}" srcOrd="0" destOrd="0" presId="urn:microsoft.com/office/officeart/2005/8/layout/hierarchy2"/>
    <dgm:cxn modelId="{1518C460-0930-431A-873C-D3F156EC1537}" type="presParOf" srcId="{575B3C5A-8B37-4180-B999-F7EE858E0101}" destId="{F6895618-D952-4D5F-AE25-E54C21372114}" srcOrd="3" destOrd="0" presId="urn:microsoft.com/office/officeart/2005/8/layout/hierarchy2"/>
    <dgm:cxn modelId="{182C08F0-DE76-40C4-AB39-0BEE5AFF4F23}" type="presParOf" srcId="{F6895618-D952-4D5F-AE25-E54C21372114}" destId="{E8D2ABDB-8EA4-4DF2-889A-94368EB1E4DE}" srcOrd="0" destOrd="0" presId="urn:microsoft.com/office/officeart/2005/8/layout/hierarchy2"/>
    <dgm:cxn modelId="{40FEAA2D-F6EF-4B43-B0B8-A2F700EDFBCD}" type="presParOf" srcId="{F6895618-D952-4D5F-AE25-E54C21372114}" destId="{906EBC42-5C92-4667-82B6-50EA05DA0156}" srcOrd="1" destOrd="0" presId="urn:microsoft.com/office/officeart/2005/8/layout/hierarchy2"/>
    <dgm:cxn modelId="{748C67E3-121A-44E4-84F9-D9FE054DF384}" type="presParOf" srcId="{906EBC42-5C92-4667-82B6-50EA05DA0156}" destId="{3F2DCCEC-3B99-4711-9487-FA485394BEB5}" srcOrd="0" destOrd="0" presId="urn:microsoft.com/office/officeart/2005/8/layout/hierarchy2"/>
    <dgm:cxn modelId="{76D866D3-CBB7-4A98-91E3-41909428BC09}" type="presParOf" srcId="{3F2DCCEC-3B99-4711-9487-FA485394BEB5}" destId="{D6F7C751-C2A8-49D8-85CD-CC85934ECED9}" srcOrd="0" destOrd="0" presId="urn:microsoft.com/office/officeart/2005/8/layout/hierarchy2"/>
    <dgm:cxn modelId="{0D81971D-34CC-407D-B227-2EF4025D6ADA}" type="presParOf" srcId="{906EBC42-5C92-4667-82B6-50EA05DA0156}" destId="{FE447A8B-DDAB-4D6A-A0ED-98DFC8C5E8F9}" srcOrd="1" destOrd="0" presId="urn:microsoft.com/office/officeart/2005/8/layout/hierarchy2"/>
    <dgm:cxn modelId="{3055792C-731E-49C6-A2B6-E2A213BBFDB1}" type="presParOf" srcId="{FE447A8B-DDAB-4D6A-A0ED-98DFC8C5E8F9}" destId="{07C5C1C1-E418-4C3C-A426-7C308863197D}" srcOrd="0" destOrd="0" presId="urn:microsoft.com/office/officeart/2005/8/layout/hierarchy2"/>
    <dgm:cxn modelId="{7B3F6309-68FD-4DDD-9C4D-7736052E74C2}" type="presParOf" srcId="{FE447A8B-DDAB-4D6A-A0ED-98DFC8C5E8F9}" destId="{D94F1228-D7E6-42BC-9A8F-3935E31BBDC2}" srcOrd="1" destOrd="0" presId="urn:microsoft.com/office/officeart/2005/8/layout/hierarchy2"/>
    <dgm:cxn modelId="{2A270B9C-95C8-40C1-AD37-7B8D943D3586}" type="presParOf" srcId="{575B3C5A-8B37-4180-B999-F7EE858E0101}" destId="{A72C3854-AD26-4ABA-BD15-02602AC6FD5F}" srcOrd="4" destOrd="0" presId="urn:microsoft.com/office/officeart/2005/8/layout/hierarchy2"/>
    <dgm:cxn modelId="{4594D48A-50A3-499A-AC13-32AB97A8AFA6}" type="presParOf" srcId="{A72C3854-AD26-4ABA-BD15-02602AC6FD5F}" destId="{0349FD37-AB61-4AC8-A3C8-805BACC16098}" srcOrd="0" destOrd="0" presId="urn:microsoft.com/office/officeart/2005/8/layout/hierarchy2"/>
    <dgm:cxn modelId="{8D48D19D-3E51-4BFF-8AFD-44A8F5FC3D9C}" type="presParOf" srcId="{575B3C5A-8B37-4180-B999-F7EE858E0101}" destId="{DBB17F65-6F6D-4EB4-B599-2C2E663C8827}" srcOrd="5" destOrd="0" presId="urn:microsoft.com/office/officeart/2005/8/layout/hierarchy2"/>
    <dgm:cxn modelId="{0E91D519-003F-42C7-B22A-736BDBDEC11D}" type="presParOf" srcId="{DBB17F65-6F6D-4EB4-B599-2C2E663C8827}" destId="{FFD3B679-9E4C-42C0-8BF8-21518CCC7247}" srcOrd="0" destOrd="0" presId="urn:microsoft.com/office/officeart/2005/8/layout/hierarchy2"/>
    <dgm:cxn modelId="{98F52060-BC5D-49F5-959A-F08F380E3891}" type="presParOf" srcId="{DBB17F65-6F6D-4EB4-B599-2C2E663C8827}" destId="{F31E7E40-833F-4D80-9118-6BBEB8F232F5}" srcOrd="1" destOrd="0" presId="urn:microsoft.com/office/officeart/2005/8/layout/hierarchy2"/>
    <dgm:cxn modelId="{D2130B0B-7FAB-44DB-AFF9-829BFE8800B4}" type="presParOf" srcId="{F31E7E40-833F-4D80-9118-6BBEB8F232F5}" destId="{C5EDA653-BABA-437E-B367-C80F685674E8}" srcOrd="0" destOrd="0" presId="urn:microsoft.com/office/officeart/2005/8/layout/hierarchy2"/>
    <dgm:cxn modelId="{2E1EAA2B-A79B-46ED-91E1-15717C8C1B62}" type="presParOf" srcId="{C5EDA653-BABA-437E-B367-C80F685674E8}" destId="{C0DA8249-CB3F-4CFA-86BC-DCB1F5C92505}" srcOrd="0" destOrd="0" presId="urn:microsoft.com/office/officeart/2005/8/layout/hierarchy2"/>
    <dgm:cxn modelId="{70BFA2AC-A70E-41AA-B116-975F88449241}" type="presParOf" srcId="{F31E7E40-833F-4D80-9118-6BBEB8F232F5}" destId="{97AD56CB-9C3E-4797-8FFA-EB47D65546D0}" srcOrd="1" destOrd="0" presId="urn:microsoft.com/office/officeart/2005/8/layout/hierarchy2"/>
    <dgm:cxn modelId="{844402DA-4F87-43EC-910A-448B9FDA4C59}" type="presParOf" srcId="{97AD56CB-9C3E-4797-8FFA-EB47D65546D0}" destId="{5E662E56-0A81-420A-84C2-E2F850AE07CB}" srcOrd="0" destOrd="0" presId="urn:microsoft.com/office/officeart/2005/8/layout/hierarchy2"/>
    <dgm:cxn modelId="{2E8B08C1-F5AB-4F9A-BF36-54BF56100BE5}" type="presParOf" srcId="{97AD56CB-9C3E-4797-8FFA-EB47D65546D0}" destId="{CE821E2F-7BBF-4D3D-A3F4-4BB592EDAB9B}" srcOrd="1" destOrd="0" presId="urn:microsoft.com/office/officeart/2005/8/layout/hierarchy2"/>
    <dgm:cxn modelId="{8BABA0A6-B5F0-4AAB-8A22-7F01DC122140}" type="presParOf" srcId="{575B3C5A-8B37-4180-B999-F7EE858E0101}" destId="{FE04C41B-8F22-42DF-83A4-CF892BFDE4B4}" srcOrd="6" destOrd="0" presId="urn:microsoft.com/office/officeart/2005/8/layout/hierarchy2"/>
    <dgm:cxn modelId="{2EAF27BF-D114-4E9A-A253-0F8D683022B1}" type="presParOf" srcId="{FE04C41B-8F22-42DF-83A4-CF892BFDE4B4}" destId="{AA3ABF3D-5805-4610-8F0F-4E384DE9921A}" srcOrd="0" destOrd="0" presId="urn:microsoft.com/office/officeart/2005/8/layout/hierarchy2"/>
    <dgm:cxn modelId="{147F152D-C6BB-4E19-86E5-A261D0677318}" type="presParOf" srcId="{575B3C5A-8B37-4180-B999-F7EE858E0101}" destId="{B39EF5CF-5A11-4790-BDC4-7280523FB2DF}" srcOrd="7" destOrd="0" presId="urn:microsoft.com/office/officeart/2005/8/layout/hierarchy2"/>
    <dgm:cxn modelId="{81DDF74F-2C63-4CAA-912E-1D1F4BFC208C}" type="presParOf" srcId="{B39EF5CF-5A11-4790-BDC4-7280523FB2DF}" destId="{522840AB-A661-4B05-B087-233C00685573}" srcOrd="0" destOrd="0" presId="urn:microsoft.com/office/officeart/2005/8/layout/hierarchy2"/>
    <dgm:cxn modelId="{BB210499-BC3D-4CB1-AE57-1466A96AF179}" type="presParOf" srcId="{B39EF5CF-5A11-4790-BDC4-7280523FB2DF}" destId="{9DD8BCFC-D277-4C39-B329-6931EE124C6B}" srcOrd="1" destOrd="0" presId="urn:microsoft.com/office/officeart/2005/8/layout/hierarchy2"/>
    <dgm:cxn modelId="{B4C60D12-FDF3-403E-8F1B-57F00A65D22E}" type="presParOf" srcId="{9DD8BCFC-D277-4C39-B329-6931EE124C6B}" destId="{C43A543C-5F50-495D-BC40-D248BC2C00E4}" srcOrd="0" destOrd="0" presId="urn:microsoft.com/office/officeart/2005/8/layout/hierarchy2"/>
    <dgm:cxn modelId="{04355D3C-688D-4A9A-AF7C-3B550128F81E}" type="presParOf" srcId="{C43A543C-5F50-495D-BC40-D248BC2C00E4}" destId="{31EDA735-E305-4E7C-9F2E-58A59544B077}" srcOrd="0" destOrd="0" presId="urn:microsoft.com/office/officeart/2005/8/layout/hierarchy2"/>
    <dgm:cxn modelId="{0659C2D0-7F77-44DF-B823-4CAA13B76382}" type="presParOf" srcId="{9DD8BCFC-D277-4C39-B329-6931EE124C6B}" destId="{82757411-DC7F-4FA1-B22F-83EC5A31B0AD}" srcOrd="1" destOrd="0" presId="urn:microsoft.com/office/officeart/2005/8/layout/hierarchy2"/>
    <dgm:cxn modelId="{E3A19327-FD19-430E-AFFE-40B0FB5DBCFE}" type="presParOf" srcId="{82757411-DC7F-4FA1-B22F-83EC5A31B0AD}" destId="{792934E8-D4EA-4AA8-AC2C-8E9CEC750C0A}" srcOrd="0" destOrd="0" presId="urn:microsoft.com/office/officeart/2005/8/layout/hierarchy2"/>
    <dgm:cxn modelId="{9B17BC25-ADD5-4735-AA19-C4202CE8179E}" type="presParOf" srcId="{82757411-DC7F-4FA1-B22F-83EC5A31B0AD}" destId="{ABB1DC30-6A1E-4C6E-B78C-A0C85750FAE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38991-29C5-4996-AA65-110204A91A06}">
      <dsp:nvSpPr>
        <dsp:cNvPr id="0" name=""/>
        <dsp:cNvSpPr/>
      </dsp:nvSpPr>
      <dsp:spPr>
        <a:xfrm>
          <a:off x="7864191" y="3430535"/>
          <a:ext cx="797556" cy="355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034"/>
              </a:lnTo>
              <a:lnTo>
                <a:pt x="797556" y="212034"/>
              </a:lnTo>
              <a:lnTo>
                <a:pt x="797556" y="3556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7BB686-A32F-4D42-8F2E-C9535D2CA3AD}">
      <dsp:nvSpPr>
        <dsp:cNvPr id="0" name=""/>
        <dsp:cNvSpPr/>
      </dsp:nvSpPr>
      <dsp:spPr>
        <a:xfrm>
          <a:off x="7066634" y="3430535"/>
          <a:ext cx="797556" cy="355670"/>
        </a:xfrm>
        <a:custGeom>
          <a:avLst/>
          <a:gdLst/>
          <a:ahLst/>
          <a:cxnLst/>
          <a:rect l="0" t="0" r="0" b="0"/>
          <a:pathLst>
            <a:path>
              <a:moveTo>
                <a:pt x="797556" y="0"/>
              </a:moveTo>
              <a:lnTo>
                <a:pt x="797556" y="212034"/>
              </a:lnTo>
              <a:lnTo>
                <a:pt x="0" y="212034"/>
              </a:lnTo>
              <a:lnTo>
                <a:pt x="0" y="3556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2EA619-F817-4A1F-81ED-C0D7DD435252}">
      <dsp:nvSpPr>
        <dsp:cNvPr id="0" name=""/>
        <dsp:cNvSpPr/>
      </dsp:nvSpPr>
      <dsp:spPr>
        <a:xfrm>
          <a:off x="4673965" y="2459281"/>
          <a:ext cx="3190225" cy="355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034"/>
              </a:lnTo>
              <a:lnTo>
                <a:pt x="3190225" y="212034"/>
              </a:lnTo>
              <a:lnTo>
                <a:pt x="3190225" y="3556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564DF-0E29-4DEF-8EAD-CFA1F6F9515F}">
      <dsp:nvSpPr>
        <dsp:cNvPr id="0" name=""/>
        <dsp:cNvSpPr/>
      </dsp:nvSpPr>
      <dsp:spPr>
        <a:xfrm>
          <a:off x="4673965" y="3430535"/>
          <a:ext cx="797556" cy="355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034"/>
              </a:lnTo>
              <a:lnTo>
                <a:pt x="797556" y="212034"/>
              </a:lnTo>
              <a:lnTo>
                <a:pt x="797556" y="3556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413FFB-360D-4EDE-A916-262B16384D28}">
      <dsp:nvSpPr>
        <dsp:cNvPr id="0" name=""/>
        <dsp:cNvSpPr/>
      </dsp:nvSpPr>
      <dsp:spPr>
        <a:xfrm>
          <a:off x="3876409" y="3430535"/>
          <a:ext cx="797556" cy="355670"/>
        </a:xfrm>
        <a:custGeom>
          <a:avLst/>
          <a:gdLst/>
          <a:ahLst/>
          <a:cxnLst/>
          <a:rect l="0" t="0" r="0" b="0"/>
          <a:pathLst>
            <a:path>
              <a:moveTo>
                <a:pt x="797556" y="0"/>
              </a:moveTo>
              <a:lnTo>
                <a:pt x="797556" y="212034"/>
              </a:lnTo>
              <a:lnTo>
                <a:pt x="0" y="212034"/>
              </a:lnTo>
              <a:lnTo>
                <a:pt x="0" y="3556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55906E-1800-4001-B506-911EE25037A6}">
      <dsp:nvSpPr>
        <dsp:cNvPr id="0" name=""/>
        <dsp:cNvSpPr/>
      </dsp:nvSpPr>
      <dsp:spPr>
        <a:xfrm>
          <a:off x="4628245" y="2459281"/>
          <a:ext cx="91440" cy="3556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56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BA749-C204-4FE2-BB07-F5E4DBE6E86D}">
      <dsp:nvSpPr>
        <dsp:cNvPr id="0" name=""/>
        <dsp:cNvSpPr/>
      </dsp:nvSpPr>
      <dsp:spPr>
        <a:xfrm>
          <a:off x="1483740" y="3430535"/>
          <a:ext cx="797556" cy="355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034"/>
              </a:lnTo>
              <a:lnTo>
                <a:pt x="797556" y="212034"/>
              </a:lnTo>
              <a:lnTo>
                <a:pt x="797556" y="3556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EB4287-F893-43F4-9C4B-17ECE0890291}">
      <dsp:nvSpPr>
        <dsp:cNvPr id="0" name=""/>
        <dsp:cNvSpPr/>
      </dsp:nvSpPr>
      <dsp:spPr>
        <a:xfrm>
          <a:off x="686183" y="3430535"/>
          <a:ext cx="797556" cy="355670"/>
        </a:xfrm>
        <a:custGeom>
          <a:avLst/>
          <a:gdLst/>
          <a:ahLst/>
          <a:cxnLst/>
          <a:rect l="0" t="0" r="0" b="0"/>
          <a:pathLst>
            <a:path>
              <a:moveTo>
                <a:pt x="797556" y="0"/>
              </a:moveTo>
              <a:lnTo>
                <a:pt x="797556" y="212034"/>
              </a:lnTo>
              <a:lnTo>
                <a:pt x="0" y="212034"/>
              </a:lnTo>
              <a:lnTo>
                <a:pt x="0" y="3556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AE98A2-4ADE-4399-A4B8-40945477134F}">
      <dsp:nvSpPr>
        <dsp:cNvPr id="0" name=""/>
        <dsp:cNvSpPr/>
      </dsp:nvSpPr>
      <dsp:spPr>
        <a:xfrm>
          <a:off x="1483740" y="2459281"/>
          <a:ext cx="3190225" cy="355670"/>
        </a:xfrm>
        <a:custGeom>
          <a:avLst/>
          <a:gdLst/>
          <a:ahLst/>
          <a:cxnLst/>
          <a:rect l="0" t="0" r="0" b="0"/>
          <a:pathLst>
            <a:path>
              <a:moveTo>
                <a:pt x="3190225" y="0"/>
              </a:moveTo>
              <a:lnTo>
                <a:pt x="3190225" y="212034"/>
              </a:lnTo>
              <a:lnTo>
                <a:pt x="0" y="212034"/>
              </a:lnTo>
              <a:lnTo>
                <a:pt x="0" y="3556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97D796-3530-445E-B72E-982FD23D80F2}">
      <dsp:nvSpPr>
        <dsp:cNvPr id="0" name=""/>
        <dsp:cNvSpPr/>
      </dsp:nvSpPr>
      <dsp:spPr>
        <a:xfrm>
          <a:off x="4079492" y="1843698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iCEI</a:t>
          </a:r>
          <a:endParaRPr lang="pt-BR" sz="3100" kern="1200" dirty="0"/>
        </a:p>
      </dsp:txBody>
      <dsp:txXfrm>
        <a:off x="4079492" y="1843698"/>
        <a:ext cx="1188945" cy="615583"/>
      </dsp:txXfrm>
    </dsp:sp>
    <dsp:sp modelId="{1FEE2F85-48FA-4F1A-B40F-9C1F0C1B8B7F}">
      <dsp:nvSpPr>
        <dsp:cNvPr id="0" name=""/>
        <dsp:cNvSpPr/>
      </dsp:nvSpPr>
      <dsp:spPr>
        <a:xfrm>
          <a:off x="4317281" y="2322485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RESPOSTA GERAL</a:t>
          </a:r>
        </a:p>
      </dsp:txBody>
      <dsp:txXfrm>
        <a:off x="4317281" y="2322485"/>
        <a:ext cx="1070051" cy="205194"/>
      </dsp:txXfrm>
    </dsp:sp>
    <dsp:sp modelId="{D80BA091-4675-453E-893A-B779FA422F2E}">
      <dsp:nvSpPr>
        <dsp:cNvPr id="0" name=""/>
        <dsp:cNvSpPr/>
      </dsp:nvSpPr>
      <dsp:spPr>
        <a:xfrm>
          <a:off x="889267" y="2814952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iCEI-S</a:t>
          </a:r>
          <a:endParaRPr lang="pt-BR" sz="3100" kern="1200" dirty="0"/>
        </a:p>
      </dsp:txBody>
      <dsp:txXfrm>
        <a:off x="889267" y="2814952"/>
        <a:ext cx="1188945" cy="615583"/>
      </dsp:txXfrm>
    </dsp:sp>
    <dsp:sp modelId="{72E4E7E3-AB16-4B5A-9258-8ADB0C456702}">
      <dsp:nvSpPr>
        <dsp:cNvPr id="0" name=""/>
        <dsp:cNvSpPr/>
      </dsp:nvSpPr>
      <dsp:spPr>
        <a:xfrm>
          <a:off x="1127056" y="3293739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RESPOSTA</a:t>
          </a:r>
        </a:p>
      </dsp:txBody>
      <dsp:txXfrm>
        <a:off x="1127056" y="3293739"/>
        <a:ext cx="1070051" cy="205194"/>
      </dsp:txXfrm>
    </dsp:sp>
    <dsp:sp modelId="{AA94CF06-6EC4-4A22-81C8-93F4C5BE9969}">
      <dsp:nvSpPr>
        <dsp:cNvPr id="0" name=""/>
        <dsp:cNvSpPr/>
      </dsp:nvSpPr>
      <dsp:spPr>
        <a:xfrm>
          <a:off x="91710" y="3786206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iPTIR</a:t>
          </a:r>
          <a:endParaRPr lang="pt-BR" sz="3100" kern="1200" dirty="0"/>
        </a:p>
      </dsp:txBody>
      <dsp:txXfrm>
        <a:off x="91710" y="3786206"/>
        <a:ext cx="1188945" cy="615583"/>
      </dsp:txXfrm>
    </dsp:sp>
    <dsp:sp modelId="{6A554EB3-D97E-4D64-BD4B-1014E1168B00}">
      <dsp:nvSpPr>
        <dsp:cNvPr id="0" name=""/>
        <dsp:cNvSpPr/>
      </dsp:nvSpPr>
      <dsp:spPr>
        <a:xfrm>
          <a:off x="329500" y="4264993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OFERTA</a:t>
          </a:r>
        </a:p>
      </dsp:txBody>
      <dsp:txXfrm>
        <a:off x="329500" y="4264993"/>
        <a:ext cx="1070051" cy="205194"/>
      </dsp:txXfrm>
    </dsp:sp>
    <dsp:sp modelId="{4D161412-DDC6-4007-93E1-967246F28EA3}">
      <dsp:nvSpPr>
        <dsp:cNvPr id="0" name=""/>
        <dsp:cNvSpPr/>
      </dsp:nvSpPr>
      <dsp:spPr>
        <a:xfrm>
          <a:off x="1686823" y="3786206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iPDA</a:t>
          </a:r>
          <a:endParaRPr lang="pt-BR" sz="3100" kern="1200" dirty="0"/>
        </a:p>
      </dsp:txBody>
      <dsp:txXfrm>
        <a:off x="1686823" y="3786206"/>
        <a:ext cx="1188945" cy="615583"/>
      </dsp:txXfrm>
    </dsp:sp>
    <dsp:sp modelId="{A2EA645A-54AC-4E10-9490-3F8ADA0FA9DF}">
      <dsp:nvSpPr>
        <dsp:cNvPr id="0" name=""/>
        <dsp:cNvSpPr/>
      </dsp:nvSpPr>
      <dsp:spPr>
        <a:xfrm>
          <a:off x="1924612" y="4264993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DEMANDA</a:t>
          </a:r>
        </a:p>
      </dsp:txBody>
      <dsp:txXfrm>
        <a:off x="1924612" y="4264993"/>
        <a:ext cx="1070051" cy="205194"/>
      </dsp:txXfrm>
    </dsp:sp>
    <dsp:sp modelId="{2DD1B30E-174F-45D5-A36E-19F18C2EDD2F}">
      <dsp:nvSpPr>
        <dsp:cNvPr id="0" name=""/>
        <dsp:cNvSpPr/>
      </dsp:nvSpPr>
      <dsp:spPr>
        <a:xfrm>
          <a:off x="4079492" y="2814952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iCEI-E</a:t>
          </a:r>
          <a:endParaRPr lang="pt-BR" sz="3100" kern="1200" dirty="0"/>
        </a:p>
      </dsp:txBody>
      <dsp:txXfrm>
        <a:off x="4079492" y="2814952"/>
        <a:ext cx="1188945" cy="615583"/>
      </dsp:txXfrm>
    </dsp:sp>
    <dsp:sp modelId="{8F510A53-993D-4103-9BBE-EDE9AF6662A0}">
      <dsp:nvSpPr>
        <dsp:cNvPr id="0" name=""/>
        <dsp:cNvSpPr/>
      </dsp:nvSpPr>
      <dsp:spPr>
        <a:xfrm>
          <a:off x="4317281" y="3293739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RESPOSTA</a:t>
          </a:r>
        </a:p>
      </dsp:txBody>
      <dsp:txXfrm>
        <a:off x="4317281" y="3293739"/>
        <a:ext cx="1070051" cy="205194"/>
      </dsp:txXfrm>
    </dsp:sp>
    <dsp:sp modelId="{D605F72F-BF33-469C-A37A-346308B65586}">
      <dsp:nvSpPr>
        <dsp:cNvPr id="0" name=""/>
        <dsp:cNvSpPr/>
      </dsp:nvSpPr>
      <dsp:spPr>
        <a:xfrm>
          <a:off x="3281936" y="3786206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iPTIR</a:t>
          </a:r>
          <a:endParaRPr lang="pt-BR" sz="3100" kern="1200" dirty="0"/>
        </a:p>
      </dsp:txBody>
      <dsp:txXfrm>
        <a:off x="3281936" y="3786206"/>
        <a:ext cx="1188945" cy="615583"/>
      </dsp:txXfrm>
    </dsp:sp>
    <dsp:sp modelId="{2F15AB72-AB7B-4B9C-A2E3-330003143B6F}">
      <dsp:nvSpPr>
        <dsp:cNvPr id="0" name=""/>
        <dsp:cNvSpPr/>
      </dsp:nvSpPr>
      <dsp:spPr>
        <a:xfrm>
          <a:off x="3519725" y="4264993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OFERTA</a:t>
          </a:r>
        </a:p>
      </dsp:txBody>
      <dsp:txXfrm>
        <a:off x="3519725" y="4264993"/>
        <a:ext cx="1070051" cy="205194"/>
      </dsp:txXfrm>
    </dsp:sp>
    <dsp:sp modelId="{C15AC46D-6E99-4722-94FB-F45BE33DB462}">
      <dsp:nvSpPr>
        <dsp:cNvPr id="0" name=""/>
        <dsp:cNvSpPr/>
      </dsp:nvSpPr>
      <dsp:spPr>
        <a:xfrm>
          <a:off x="4877049" y="3786206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iPDA</a:t>
          </a:r>
          <a:endParaRPr lang="pt-BR" sz="3100" kern="1200" dirty="0"/>
        </a:p>
      </dsp:txBody>
      <dsp:txXfrm>
        <a:off x="4877049" y="3786206"/>
        <a:ext cx="1188945" cy="615583"/>
      </dsp:txXfrm>
    </dsp:sp>
    <dsp:sp modelId="{BB44687B-E282-4CF2-814D-E3D9C72F57CC}">
      <dsp:nvSpPr>
        <dsp:cNvPr id="0" name=""/>
        <dsp:cNvSpPr/>
      </dsp:nvSpPr>
      <dsp:spPr>
        <a:xfrm>
          <a:off x="5114838" y="4264993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DEMANDA</a:t>
          </a:r>
        </a:p>
      </dsp:txBody>
      <dsp:txXfrm>
        <a:off x="5114838" y="4264993"/>
        <a:ext cx="1070051" cy="205194"/>
      </dsp:txXfrm>
    </dsp:sp>
    <dsp:sp modelId="{55A38E58-39C9-48A0-A677-3843239A393C}">
      <dsp:nvSpPr>
        <dsp:cNvPr id="0" name=""/>
        <dsp:cNvSpPr/>
      </dsp:nvSpPr>
      <dsp:spPr>
        <a:xfrm>
          <a:off x="7269718" y="2814952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iCEI-AS</a:t>
          </a:r>
          <a:endParaRPr lang="pt-BR" sz="3100" kern="1200" dirty="0"/>
        </a:p>
      </dsp:txBody>
      <dsp:txXfrm>
        <a:off x="7269718" y="2814952"/>
        <a:ext cx="1188945" cy="615583"/>
      </dsp:txXfrm>
    </dsp:sp>
    <dsp:sp modelId="{6C3B8521-582B-4DB4-8E0F-C299A9913259}">
      <dsp:nvSpPr>
        <dsp:cNvPr id="0" name=""/>
        <dsp:cNvSpPr/>
      </dsp:nvSpPr>
      <dsp:spPr>
        <a:xfrm>
          <a:off x="7507507" y="3293739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RESPOSTA</a:t>
          </a:r>
        </a:p>
      </dsp:txBody>
      <dsp:txXfrm>
        <a:off x="7507507" y="3293739"/>
        <a:ext cx="1070051" cy="205194"/>
      </dsp:txXfrm>
    </dsp:sp>
    <dsp:sp modelId="{083774B5-8874-44A5-B094-63CC38C31574}">
      <dsp:nvSpPr>
        <dsp:cNvPr id="0" name=""/>
        <dsp:cNvSpPr/>
      </dsp:nvSpPr>
      <dsp:spPr>
        <a:xfrm>
          <a:off x="6472161" y="3786206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iPTIR</a:t>
          </a:r>
          <a:endParaRPr lang="pt-BR" sz="3100" kern="1200" dirty="0"/>
        </a:p>
      </dsp:txBody>
      <dsp:txXfrm>
        <a:off x="6472161" y="3786206"/>
        <a:ext cx="1188945" cy="615583"/>
      </dsp:txXfrm>
    </dsp:sp>
    <dsp:sp modelId="{0F63B4F8-7219-4EF0-84B1-349C4967E9D2}">
      <dsp:nvSpPr>
        <dsp:cNvPr id="0" name=""/>
        <dsp:cNvSpPr/>
      </dsp:nvSpPr>
      <dsp:spPr>
        <a:xfrm>
          <a:off x="6709951" y="4264993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OFERTA</a:t>
          </a:r>
        </a:p>
      </dsp:txBody>
      <dsp:txXfrm>
        <a:off x="6709951" y="4264993"/>
        <a:ext cx="1070051" cy="205194"/>
      </dsp:txXfrm>
    </dsp:sp>
    <dsp:sp modelId="{F79282FD-4DDC-4FB0-83E1-11C980DAD3ED}">
      <dsp:nvSpPr>
        <dsp:cNvPr id="0" name=""/>
        <dsp:cNvSpPr/>
      </dsp:nvSpPr>
      <dsp:spPr>
        <a:xfrm>
          <a:off x="8067274" y="3786206"/>
          <a:ext cx="1188945" cy="6155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86866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 err="1"/>
            <a:t>iPDA</a:t>
          </a:r>
          <a:endParaRPr lang="pt-BR" sz="3100" kern="1200" dirty="0"/>
        </a:p>
      </dsp:txBody>
      <dsp:txXfrm>
        <a:off x="8067274" y="3786206"/>
        <a:ext cx="1188945" cy="615583"/>
      </dsp:txXfrm>
    </dsp:sp>
    <dsp:sp modelId="{5735C598-24D0-40CA-A9A0-2641AA4C656D}">
      <dsp:nvSpPr>
        <dsp:cNvPr id="0" name=""/>
        <dsp:cNvSpPr/>
      </dsp:nvSpPr>
      <dsp:spPr>
        <a:xfrm>
          <a:off x="8305063" y="4264993"/>
          <a:ext cx="1070051" cy="205194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DEMANDA</a:t>
          </a:r>
        </a:p>
      </dsp:txBody>
      <dsp:txXfrm>
        <a:off x="8305063" y="4264993"/>
        <a:ext cx="1070051" cy="2051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596535-6812-4CB5-A390-4F2968C70726}">
      <dsp:nvSpPr>
        <dsp:cNvPr id="0" name=""/>
        <dsp:cNvSpPr/>
      </dsp:nvSpPr>
      <dsp:spPr>
        <a:xfrm>
          <a:off x="2017793" y="2466561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 dirty="0" err="1"/>
            <a:t>iCEI</a:t>
          </a:r>
          <a:endParaRPr lang="pt-BR" sz="4000" kern="1200" dirty="0"/>
        </a:p>
      </dsp:txBody>
      <dsp:txXfrm>
        <a:off x="2040610" y="2489378"/>
        <a:ext cx="1512439" cy="733402"/>
      </dsp:txXfrm>
    </dsp:sp>
    <dsp:sp modelId="{B910B0D5-AFF3-4D79-9023-551BE8F7E23C}">
      <dsp:nvSpPr>
        <dsp:cNvPr id="0" name=""/>
        <dsp:cNvSpPr/>
      </dsp:nvSpPr>
      <dsp:spPr>
        <a:xfrm rot="17500715">
          <a:off x="3043911" y="2060792"/>
          <a:ext cx="1687142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687142" y="1138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00" kern="1200"/>
        </a:p>
      </dsp:txBody>
      <dsp:txXfrm>
        <a:off x="3845303" y="2029995"/>
        <a:ext cx="84357" cy="84357"/>
      </dsp:txXfrm>
    </dsp:sp>
    <dsp:sp modelId="{FD153CD5-4274-4C6D-A811-5AF409B929D0}">
      <dsp:nvSpPr>
        <dsp:cNvPr id="0" name=""/>
        <dsp:cNvSpPr/>
      </dsp:nvSpPr>
      <dsp:spPr>
        <a:xfrm>
          <a:off x="4199097" y="898749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 dirty="0" err="1"/>
            <a:t>iPTIR</a:t>
          </a:r>
          <a:endParaRPr lang="pt-BR" sz="4000" kern="1200" dirty="0"/>
        </a:p>
      </dsp:txBody>
      <dsp:txXfrm>
        <a:off x="4221914" y="921566"/>
        <a:ext cx="1512439" cy="733402"/>
      </dsp:txXfrm>
    </dsp:sp>
    <dsp:sp modelId="{BD62113D-F7A2-45D4-B828-B8CF0AA382CB}">
      <dsp:nvSpPr>
        <dsp:cNvPr id="0" name=""/>
        <dsp:cNvSpPr/>
      </dsp:nvSpPr>
      <dsp:spPr>
        <a:xfrm rot="18289469">
          <a:off x="5523112" y="828940"/>
          <a:ext cx="1091346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091346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6041501" y="813038"/>
        <a:ext cx="54567" cy="54567"/>
      </dsp:txXfrm>
    </dsp:sp>
    <dsp:sp modelId="{1C9FCBA6-FD60-4BB3-B80A-9E0C63242D9E}">
      <dsp:nvSpPr>
        <dsp:cNvPr id="0" name=""/>
        <dsp:cNvSpPr/>
      </dsp:nvSpPr>
      <dsp:spPr>
        <a:xfrm>
          <a:off x="6380400" y="2857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Tx_UBS</a:t>
          </a:r>
          <a:endParaRPr lang="pt-BR" sz="2000" kern="1200" dirty="0"/>
        </a:p>
      </dsp:txBody>
      <dsp:txXfrm>
        <a:off x="6403217" y="25674"/>
        <a:ext cx="1512439" cy="733402"/>
      </dsp:txXfrm>
    </dsp:sp>
    <dsp:sp modelId="{243B7897-B1B2-4963-9B60-41D672B018ED}">
      <dsp:nvSpPr>
        <dsp:cNvPr id="0" name=""/>
        <dsp:cNvSpPr/>
      </dsp:nvSpPr>
      <dsp:spPr>
        <a:xfrm>
          <a:off x="7938473" y="380994"/>
          <a:ext cx="6232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62322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234507" y="376795"/>
        <a:ext cx="31161" cy="31161"/>
      </dsp:txXfrm>
    </dsp:sp>
    <dsp:sp modelId="{9EAF43E7-2979-4296-B330-E067D26D4DA5}">
      <dsp:nvSpPr>
        <dsp:cNvPr id="0" name=""/>
        <dsp:cNvSpPr/>
      </dsp:nvSpPr>
      <dsp:spPr>
        <a:xfrm>
          <a:off x="8561703" y="2857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Nº CENTROS DE SAÚDE </a:t>
          </a:r>
        </a:p>
      </dsp:txBody>
      <dsp:txXfrm>
        <a:off x="8584520" y="25674"/>
        <a:ext cx="1512439" cy="733402"/>
      </dsp:txXfrm>
    </dsp:sp>
    <dsp:sp modelId="{919DF939-8BB4-4649-A18C-921715812B82}">
      <dsp:nvSpPr>
        <dsp:cNvPr id="0" name=""/>
        <dsp:cNvSpPr/>
      </dsp:nvSpPr>
      <dsp:spPr>
        <a:xfrm>
          <a:off x="5757170" y="1276886"/>
          <a:ext cx="6232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62322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6053204" y="1272687"/>
        <a:ext cx="31161" cy="31161"/>
      </dsp:txXfrm>
    </dsp:sp>
    <dsp:sp modelId="{031E882A-286E-4D32-8E51-19AC45442719}">
      <dsp:nvSpPr>
        <dsp:cNvPr id="0" name=""/>
        <dsp:cNvSpPr/>
      </dsp:nvSpPr>
      <dsp:spPr>
        <a:xfrm>
          <a:off x="6380400" y="898749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Tx_ESF</a:t>
          </a:r>
          <a:endParaRPr lang="pt-BR" sz="2000" kern="1200" dirty="0"/>
        </a:p>
      </dsp:txBody>
      <dsp:txXfrm>
        <a:off x="6403217" y="921566"/>
        <a:ext cx="1512439" cy="733402"/>
      </dsp:txXfrm>
    </dsp:sp>
    <dsp:sp modelId="{2403E6AF-EFDA-4C1F-93AB-9B559B958B75}">
      <dsp:nvSpPr>
        <dsp:cNvPr id="0" name=""/>
        <dsp:cNvSpPr/>
      </dsp:nvSpPr>
      <dsp:spPr>
        <a:xfrm>
          <a:off x="7938473" y="1276886"/>
          <a:ext cx="6232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62322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234507" y="1272687"/>
        <a:ext cx="31161" cy="31161"/>
      </dsp:txXfrm>
    </dsp:sp>
    <dsp:sp modelId="{9C895E79-BDFC-4F2B-832A-D409893CCB78}">
      <dsp:nvSpPr>
        <dsp:cNvPr id="0" name=""/>
        <dsp:cNvSpPr/>
      </dsp:nvSpPr>
      <dsp:spPr>
        <a:xfrm>
          <a:off x="8561703" y="898749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Nº DE PROFISSIONAIS DA EQUIPE DA SAÚDE DA FAMÍLIA</a:t>
          </a:r>
        </a:p>
      </dsp:txBody>
      <dsp:txXfrm>
        <a:off x="8584520" y="921566"/>
        <a:ext cx="1512439" cy="733402"/>
      </dsp:txXfrm>
    </dsp:sp>
    <dsp:sp modelId="{BB52DECA-426F-4BF7-A5C1-D195350A5494}">
      <dsp:nvSpPr>
        <dsp:cNvPr id="0" name=""/>
        <dsp:cNvSpPr/>
      </dsp:nvSpPr>
      <dsp:spPr>
        <a:xfrm rot="3310531">
          <a:off x="5523112" y="1724832"/>
          <a:ext cx="1091346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091346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6041501" y="1708930"/>
        <a:ext cx="54567" cy="54567"/>
      </dsp:txXfrm>
    </dsp:sp>
    <dsp:sp modelId="{D4A7C153-0BAA-4BA5-AA3B-5A66433E0B6E}">
      <dsp:nvSpPr>
        <dsp:cNvPr id="0" name=""/>
        <dsp:cNvSpPr/>
      </dsp:nvSpPr>
      <dsp:spPr>
        <a:xfrm>
          <a:off x="6380400" y="1794642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Tx_NASF</a:t>
          </a:r>
          <a:endParaRPr lang="pt-BR" sz="2000" kern="1200" dirty="0"/>
        </a:p>
      </dsp:txBody>
      <dsp:txXfrm>
        <a:off x="6403217" y="1817459"/>
        <a:ext cx="1512439" cy="733402"/>
      </dsp:txXfrm>
    </dsp:sp>
    <dsp:sp modelId="{9230EEB3-4943-4E10-8034-EC99A321A3D5}">
      <dsp:nvSpPr>
        <dsp:cNvPr id="0" name=""/>
        <dsp:cNvSpPr/>
      </dsp:nvSpPr>
      <dsp:spPr>
        <a:xfrm>
          <a:off x="7938473" y="2172778"/>
          <a:ext cx="6232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62322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234507" y="2168579"/>
        <a:ext cx="31161" cy="31161"/>
      </dsp:txXfrm>
    </dsp:sp>
    <dsp:sp modelId="{0FC70610-B75D-4729-AC3E-4569726D6DDC}">
      <dsp:nvSpPr>
        <dsp:cNvPr id="0" name=""/>
        <dsp:cNvSpPr/>
      </dsp:nvSpPr>
      <dsp:spPr>
        <a:xfrm>
          <a:off x="8561703" y="1794642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Nº DE PROFISSIONAIS DO NÚCLEO AMPLIADO DE SAÚDE DA FAMÍLIA </a:t>
          </a:r>
        </a:p>
      </dsp:txBody>
      <dsp:txXfrm>
        <a:off x="8584520" y="1817459"/>
        <a:ext cx="1512439" cy="733402"/>
      </dsp:txXfrm>
    </dsp:sp>
    <dsp:sp modelId="{BA848267-00FB-4005-9305-9EA48CC05BD2}">
      <dsp:nvSpPr>
        <dsp:cNvPr id="0" name=""/>
        <dsp:cNvSpPr/>
      </dsp:nvSpPr>
      <dsp:spPr>
        <a:xfrm rot="4099285">
          <a:off x="3043911" y="3628603"/>
          <a:ext cx="1687142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687142" y="1138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00" kern="1200"/>
        </a:p>
      </dsp:txBody>
      <dsp:txXfrm>
        <a:off x="3845303" y="3597807"/>
        <a:ext cx="84357" cy="84357"/>
      </dsp:txXfrm>
    </dsp:sp>
    <dsp:sp modelId="{04F0D2C1-26C8-48C5-9583-AC1FB4744944}">
      <dsp:nvSpPr>
        <dsp:cNvPr id="0" name=""/>
        <dsp:cNvSpPr/>
      </dsp:nvSpPr>
      <dsp:spPr>
        <a:xfrm>
          <a:off x="4199097" y="4034373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 dirty="0" err="1"/>
            <a:t>iPDA</a:t>
          </a:r>
          <a:endParaRPr lang="pt-BR" sz="4000" kern="1200" dirty="0"/>
        </a:p>
      </dsp:txBody>
      <dsp:txXfrm>
        <a:off x="4221914" y="4057190"/>
        <a:ext cx="1512439" cy="733402"/>
      </dsp:txXfrm>
    </dsp:sp>
    <dsp:sp modelId="{FEA4D0CE-1A2F-425D-A97A-1D83266C7BDA}">
      <dsp:nvSpPr>
        <dsp:cNvPr id="0" name=""/>
        <dsp:cNvSpPr/>
      </dsp:nvSpPr>
      <dsp:spPr>
        <a:xfrm rot="17692822">
          <a:off x="5328124" y="3740590"/>
          <a:ext cx="1481322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481322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6031752" y="3714939"/>
        <a:ext cx="74066" cy="74066"/>
      </dsp:txXfrm>
    </dsp:sp>
    <dsp:sp modelId="{8ADF5731-8929-427D-A183-FE02BF5C295C}">
      <dsp:nvSpPr>
        <dsp:cNvPr id="0" name=""/>
        <dsp:cNvSpPr/>
      </dsp:nvSpPr>
      <dsp:spPr>
        <a:xfrm>
          <a:off x="6380400" y="2690534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Tx_IDOSOS</a:t>
          </a:r>
          <a:endParaRPr lang="pt-BR" sz="2000" kern="1200" dirty="0"/>
        </a:p>
      </dsp:txBody>
      <dsp:txXfrm>
        <a:off x="6403217" y="2713351"/>
        <a:ext cx="1512439" cy="733402"/>
      </dsp:txXfrm>
    </dsp:sp>
    <dsp:sp modelId="{448FA54B-6E44-45BC-9307-CFB0ECDA3CC2}">
      <dsp:nvSpPr>
        <dsp:cNvPr id="0" name=""/>
        <dsp:cNvSpPr/>
      </dsp:nvSpPr>
      <dsp:spPr>
        <a:xfrm>
          <a:off x="7938473" y="3068671"/>
          <a:ext cx="6232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62322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234507" y="3064472"/>
        <a:ext cx="31161" cy="31161"/>
      </dsp:txXfrm>
    </dsp:sp>
    <dsp:sp modelId="{200713D4-5086-43F1-8448-2FF8C66B2BB1}">
      <dsp:nvSpPr>
        <dsp:cNvPr id="0" name=""/>
        <dsp:cNvSpPr/>
      </dsp:nvSpPr>
      <dsp:spPr>
        <a:xfrm>
          <a:off x="8561703" y="2690534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Nº DE IDOSOS (CENSO) 60+</a:t>
          </a:r>
        </a:p>
      </dsp:txBody>
      <dsp:txXfrm>
        <a:off x="8584520" y="2713351"/>
        <a:ext cx="1512439" cy="733402"/>
      </dsp:txXfrm>
    </dsp:sp>
    <dsp:sp modelId="{85792DA1-C46F-45C1-9522-D53C530D151E}">
      <dsp:nvSpPr>
        <dsp:cNvPr id="0" name=""/>
        <dsp:cNvSpPr/>
      </dsp:nvSpPr>
      <dsp:spPr>
        <a:xfrm rot="19457599">
          <a:off x="5685030" y="4188536"/>
          <a:ext cx="76750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76750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6049597" y="4180730"/>
        <a:ext cx="38375" cy="38375"/>
      </dsp:txXfrm>
    </dsp:sp>
    <dsp:sp modelId="{E8D2ABDB-8EA4-4DF2-889A-94368EB1E4DE}">
      <dsp:nvSpPr>
        <dsp:cNvPr id="0" name=""/>
        <dsp:cNvSpPr/>
      </dsp:nvSpPr>
      <dsp:spPr>
        <a:xfrm>
          <a:off x="6380400" y="3586426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Tx_CRIANÇAS</a:t>
          </a:r>
          <a:endParaRPr lang="pt-BR" sz="2000" kern="1200" dirty="0"/>
        </a:p>
      </dsp:txBody>
      <dsp:txXfrm>
        <a:off x="6403217" y="3609243"/>
        <a:ext cx="1512439" cy="733402"/>
      </dsp:txXfrm>
    </dsp:sp>
    <dsp:sp modelId="{3F2DCCEC-3B99-4711-9487-FA485394BEB5}">
      <dsp:nvSpPr>
        <dsp:cNvPr id="0" name=""/>
        <dsp:cNvSpPr/>
      </dsp:nvSpPr>
      <dsp:spPr>
        <a:xfrm>
          <a:off x="7938473" y="3964563"/>
          <a:ext cx="6232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62322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234507" y="3960364"/>
        <a:ext cx="31161" cy="31161"/>
      </dsp:txXfrm>
    </dsp:sp>
    <dsp:sp modelId="{07C5C1C1-E418-4C3C-A426-7C308863197D}">
      <dsp:nvSpPr>
        <dsp:cNvPr id="0" name=""/>
        <dsp:cNvSpPr/>
      </dsp:nvSpPr>
      <dsp:spPr>
        <a:xfrm>
          <a:off x="8561703" y="3586426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Nº DE CRIANÇAS (CENSO) 0-9 ANOS</a:t>
          </a:r>
        </a:p>
      </dsp:txBody>
      <dsp:txXfrm>
        <a:off x="8584520" y="3609243"/>
        <a:ext cx="1512439" cy="733402"/>
      </dsp:txXfrm>
    </dsp:sp>
    <dsp:sp modelId="{A72C3854-AD26-4ABA-BD15-02602AC6FD5F}">
      <dsp:nvSpPr>
        <dsp:cNvPr id="0" name=""/>
        <dsp:cNvSpPr/>
      </dsp:nvSpPr>
      <dsp:spPr>
        <a:xfrm rot="2142401">
          <a:off x="5685030" y="4636482"/>
          <a:ext cx="76750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76750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6049597" y="4628676"/>
        <a:ext cx="38375" cy="38375"/>
      </dsp:txXfrm>
    </dsp:sp>
    <dsp:sp modelId="{FFD3B679-9E4C-42C0-8BF8-21518CCC7247}">
      <dsp:nvSpPr>
        <dsp:cNvPr id="0" name=""/>
        <dsp:cNvSpPr/>
      </dsp:nvSpPr>
      <dsp:spPr>
        <a:xfrm>
          <a:off x="6380400" y="4482319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Tx_POBREZA</a:t>
          </a:r>
          <a:endParaRPr lang="pt-BR" sz="2000" kern="1200" dirty="0"/>
        </a:p>
      </dsp:txBody>
      <dsp:txXfrm>
        <a:off x="6403217" y="4505136"/>
        <a:ext cx="1512439" cy="733402"/>
      </dsp:txXfrm>
    </dsp:sp>
    <dsp:sp modelId="{C5EDA653-BABA-437E-B367-C80F685674E8}">
      <dsp:nvSpPr>
        <dsp:cNvPr id="0" name=""/>
        <dsp:cNvSpPr/>
      </dsp:nvSpPr>
      <dsp:spPr>
        <a:xfrm>
          <a:off x="7938473" y="4860455"/>
          <a:ext cx="6232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62322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234507" y="4856257"/>
        <a:ext cx="31161" cy="31161"/>
      </dsp:txXfrm>
    </dsp:sp>
    <dsp:sp modelId="{5E662E56-0A81-420A-84C2-E2F850AE07CB}">
      <dsp:nvSpPr>
        <dsp:cNvPr id="0" name=""/>
        <dsp:cNvSpPr/>
      </dsp:nvSpPr>
      <dsp:spPr>
        <a:xfrm>
          <a:off x="8561703" y="4482319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Nº DE INSCRITOS NO CADÚNICO</a:t>
          </a:r>
        </a:p>
      </dsp:txBody>
      <dsp:txXfrm>
        <a:off x="8584520" y="4505136"/>
        <a:ext cx="1512439" cy="733402"/>
      </dsp:txXfrm>
    </dsp:sp>
    <dsp:sp modelId="{FE04C41B-8F22-42DF-83A4-CF892BFDE4B4}">
      <dsp:nvSpPr>
        <dsp:cNvPr id="0" name=""/>
        <dsp:cNvSpPr/>
      </dsp:nvSpPr>
      <dsp:spPr>
        <a:xfrm rot="3907178">
          <a:off x="5328124" y="5084428"/>
          <a:ext cx="1481322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481322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6031752" y="5058777"/>
        <a:ext cx="74066" cy="74066"/>
      </dsp:txXfrm>
    </dsp:sp>
    <dsp:sp modelId="{522840AB-A661-4B05-B087-233C00685573}">
      <dsp:nvSpPr>
        <dsp:cNvPr id="0" name=""/>
        <dsp:cNvSpPr/>
      </dsp:nvSpPr>
      <dsp:spPr>
        <a:xfrm>
          <a:off x="6380400" y="5378211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DENSIDADE POPULACIONAL</a:t>
          </a:r>
        </a:p>
      </dsp:txBody>
      <dsp:txXfrm>
        <a:off x="6403217" y="5401028"/>
        <a:ext cx="1512439" cy="733402"/>
      </dsp:txXfrm>
    </dsp:sp>
    <dsp:sp modelId="{C43A543C-5F50-495D-BC40-D248BC2C00E4}">
      <dsp:nvSpPr>
        <dsp:cNvPr id="0" name=""/>
        <dsp:cNvSpPr/>
      </dsp:nvSpPr>
      <dsp:spPr>
        <a:xfrm>
          <a:off x="7938473" y="5756348"/>
          <a:ext cx="6232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623229" y="1138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234507" y="5752149"/>
        <a:ext cx="31161" cy="31161"/>
      </dsp:txXfrm>
    </dsp:sp>
    <dsp:sp modelId="{792934E8-D4EA-4AA8-AC2C-8E9CEC750C0A}">
      <dsp:nvSpPr>
        <dsp:cNvPr id="0" name=""/>
        <dsp:cNvSpPr/>
      </dsp:nvSpPr>
      <dsp:spPr>
        <a:xfrm>
          <a:off x="8561703" y="5378211"/>
          <a:ext cx="1558073" cy="7790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POPULAÇÃO POR KM²</a:t>
          </a:r>
        </a:p>
      </dsp:txBody>
      <dsp:txXfrm>
        <a:off x="8584520" y="5401028"/>
        <a:ext cx="1512439" cy="733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C4FAF-CEC7-71A4-C0D1-D08DA7B17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467D3F-B1A6-7BBC-8595-0AA66CF10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44F589-86F8-2A5C-0409-335B9B424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ABCBE5-6ED9-8E1B-208E-E7871E56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C1A74E-CA2E-8FC4-9F9F-1C3A5858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312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C0E8A-5D54-F0D4-0FD5-28560C49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0719B8-E8D9-A8D1-11E0-9303E772E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E44742-664B-45B4-473D-8ED819AB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C9F4FA-3938-31C5-E639-85128681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0B20D-F08A-46F1-018B-4D15C88C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701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2A67E-0000-3EBA-06EB-59C91854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090DF6-7E61-F538-7F24-C0BDD49D7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D5D209-A184-17C5-EA4E-FFA1B311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B849AD-D4E5-4A1C-5AED-ED79419D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46860C-A4DD-127B-3226-85E602DA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44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1D721-F49C-64C3-5B63-7C4B16FA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722AF8-6F9A-AB6C-586E-3A537B855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DCD919-EFEC-6B15-109D-A74568FFC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F58BA9-5D55-A31F-5F49-6140AB1A5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4293C4-F17C-5F19-4209-C2323BF1B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A21339-2AB4-FB79-7AC5-3F8D4CF1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13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BCBA5-1E33-A68D-9F3E-A4E4B3CD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0F75B0-475D-5DBE-83D3-5919844CA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019734-AE9E-3003-98C9-8282977BE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3A3C0-548C-3C5A-4093-6DB32258E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5FFB9C-FF39-96C7-D3B3-DDFBB2ACF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B9310B-8ED7-4474-E980-281BCC6F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FB9F40-C68A-2074-A1B4-6DD5D40F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264F1B6-20FB-2231-DA0E-95ADAD48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23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8D06D-65C6-C4A4-6195-F78894459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BE3A5C3-05E8-E087-658F-0462A7AA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982110-D0A8-350A-0959-A0E850073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14CC61-C9FA-84F9-8B3E-0689B3BD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133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63B9DC-CCE4-339A-FB18-9D32284B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EC1CC1-3AB1-2BED-33E0-5304BFB3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A8E5F7-5D35-B114-F076-7514B6F8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44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0D280-3D5D-3CED-A91E-DA0B42143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6386E0-0D55-5ADA-2892-4EFF28DD9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B9BC6A-B3D5-DD41-6605-CACCC2C49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479A23-32BC-BD68-1DAE-B98F1FE4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9D0BA6-8F33-E34B-D257-973741DB4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C7C790-1841-CF7F-3682-9A23BBFE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92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615EA-9414-54D3-84BD-68328C223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7EFD9CA-51B4-9FEE-9A69-2D534391C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2D1A59-4687-5E1D-2372-9588F7F5A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7167ED-2435-A667-EA02-DBA86156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C7911B-232F-AC85-2C71-785A8AE8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2B6F8B-6667-2F30-C42B-1BD03C4E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41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4F56F-B352-596C-7805-2F9EE489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837E33-20DC-D6A1-6AD0-31A39E4E5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C39EF2-4A46-AA1A-D5A2-1B8C6E19B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1463F2-3EA8-CE1F-0409-0121453F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1F00D0-F797-6899-BFDC-86D43E81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01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2CC383-302A-B919-1C1F-867AD0FA3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168B6B-7F19-74B1-55C3-D3BDC82BB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91ED32-9981-E459-C107-69C8A431D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889FE8-B56B-A760-D596-D8D444980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01DEDA-7A3F-EB25-AB42-BCAF0113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056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733132D-3D27-71D5-6AD3-8D0F57D02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39A486-5CFE-0B01-5B42-05D72F4B9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51D895-2C8D-D1BE-C9E8-B77996A82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970E3-F749-476A-901E-42B4B233304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BE5DA5-CF58-937C-0A74-88A3744D5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3E255-E2F6-F861-5C5C-00ED20945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B4CF9-F3F6-4A98-9C53-A9A2CC648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1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0E8F8048-A0D6-D386-2AFA-4F80F5B85A2B}"/>
              </a:ext>
            </a:extLst>
          </p:cNvPr>
          <p:cNvSpPr/>
          <p:nvPr/>
        </p:nvSpPr>
        <p:spPr>
          <a:xfrm>
            <a:off x="0" y="1333500"/>
            <a:ext cx="12192000" cy="2933700"/>
          </a:xfrm>
          <a:prstGeom prst="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solidFill>
                  <a:schemeClr val="bg2">
                    <a:lumMod val="25000"/>
                  </a:schemeClr>
                </a:solidFill>
              </a:rPr>
              <a:t>CONSTRUÇÃO DE INDICADORES COMPOSTOS</a:t>
            </a:r>
          </a:p>
          <a:p>
            <a:pPr algn="ctr"/>
            <a:endParaRPr lang="pt-BR" sz="28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OECD; JRC.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HANDBOOK ON CONSTRUCTING COMPOSITE INDICATORS: METHODOLOGY AND USER GUIDE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. PARIS: OECD PUBLISHING, 2008.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TRANSPORTE COLETIVO URBANO NO BRASIL;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BECKER, WILLIAM ET AL.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WEIGHTS AND IMPORTANCE IN COMPOSITE INDICATORS: CLOSING THE GAP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. ECOLOGICAL INDICATORS, ISPRA, V. 80, P. 12-22, 2017.</a:t>
            </a:r>
            <a:endParaRPr lang="pt-BR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pt-BR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FD335BCE-4FC8-3A93-8BD1-0C98F706F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1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DCFB-3FC7-B937-AAF8-FA5F0FE3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25806BFC-85F4-856B-182B-B4C314399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E31579E-2D01-7BE4-DE43-6E452570CB65}"/>
              </a:ext>
            </a:extLst>
          </p:cNvPr>
          <p:cNvSpPr txBox="1"/>
          <p:nvPr/>
        </p:nvSpPr>
        <p:spPr>
          <a:xfrm>
            <a:off x="614516" y="994169"/>
            <a:ext cx="10884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1. THEORETICAL FRAMEWORK (QUADRO TEÓRICO)</a:t>
            </a:r>
          </a:p>
          <a:p>
            <a:pPr algn="just"/>
            <a:r>
              <a:rPr lang="pt-BR" dirty="0"/>
              <a:t>Fornece a base para a seleção e combinação de variáveis em um indicador significativo sob o princípio de adequação ao propósito ("fitness-for-</a:t>
            </a:r>
            <a:r>
              <a:rPr lang="pt-BR" dirty="0" err="1"/>
              <a:t>purpose</a:t>
            </a:r>
            <a:r>
              <a:rPr lang="pt-BR" dirty="0"/>
              <a:t>"). É aqui que se entende o fenômeno multidimensional e se define a estrutura em subgrupos.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24A29742-61F9-2A6B-09D0-0E34F2F7D4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7391566"/>
              </p:ext>
            </p:extLst>
          </p:nvPr>
        </p:nvGraphicFramePr>
        <p:xfrm>
          <a:off x="1323258" y="399242"/>
          <a:ext cx="9466826" cy="6313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AFC650C8-97C7-04B9-8586-CB4E03BDB0BC}"/>
              </a:ext>
            </a:extLst>
          </p:cNvPr>
          <p:cNvSpPr txBox="1"/>
          <p:nvPr/>
        </p:nvSpPr>
        <p:spPr>
          <a:xfrm>
            <a:off x="849086" y="5323114"/>
            <a:ext cx="90569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iCEI</a:t>
            </a:r>
            <a:r>
              <a:rPr lang="pt-BR" sz="1400" dirty="0"/>
              <a:t> – Índice de Capacidade Estatal Infraestrutural;</a:t>
            </a:r>
          </a:p>
          <a:p>
            <a:r>
              <a:rPr lang="pt-BR" sz="1400" dirty="0" err="1"/>
              <a:t>iPTIR</a:t>
            </a:r>
            <a:r>
              <a:rPr lang="pt-BR" sz="1400" dirty="0"/>
              <a:t> – Índice de Provimento Técnico-Infraestrutural Regional;</a:t>
            </a:r>
          </a:p>
          <a:p>
            <a:r>
              <a:rPr lang="pt-BR" sz="1400" dirty="0" err="1"/>
              <a:t>iPDA</a:t>
            </a:r>
            <a:r>
              <a:rPr lang="pt-BR" sz="1400" dirty="0"/>
              <a:t> – Índice de Potencial de Demanda Ajustada.</a:t>
            </a:r>
          </a:p>
        </p:txBody>
      </p:sp>
    </p:spTree>
    <p:extLst>
      <p:ext uri="{BB962C8B-B14F-4D97-AF65-F5344CB8AC3E}">
        <p14:creationId xmlns:p14="http://schemas.microsoft.com/office/powerpoint/2010/main" val="105514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3BEF-5CC5-91E5-421F-6C9E2146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E105C4E8-C212-A1B1-2D19-C371FB95B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E0A372D5-D17E-27EB-CF95-177C64C78E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888001"/>
              </p:ext>
            </p:extLst>
          </p:nvPr>
        </p:nvGraphicFramePr>
        <p:xfrm>
          <a:off x="-718457" y="480179"/>
          <a:ext cx="12137571" cy="6160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816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77D15-FD92-9FB5-3F0D-43AC45FA0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9E36FDC-B8B6-2CB9-7C0E-5620205FC5D1}"/>
              </a:ext>
            </a:extLst>
          </p:cNvPr>
          <p:cNvSpPr/>
          <p:nvPr/>
        </p:nvSpPr>
        <p:spPr>
          <a:xfrm>
            <a:off x="0" y="1829332"/>
            <a:ext cx="12192000" cy="2933700"/>
          </a:xfrm>
          <a:prstGeom prst="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pt-BR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9664BE2-5947-8C6A-223C-435A49E9B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9BDE3BB-B27F-89CD-FFC6-A40B0B07DC66}"/>
                  </a:ext>
                </a:extLst>
              </p:cNvPr>
              <p:cNvSpPr txBox="1"/>
              <p:nvPr/>
            </p:nvSpPr>
            <p:spPr>
              <a:xfrm>
                <a:off x="1088571" y="2849040"/>
                <a:ext cx="12507686" cy="894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iCEI</a:t>
                </a:r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Tx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UBS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 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Tx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ESF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 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Tx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NASF</m:t>
                        </m:r>
                        <m:r>
                          <m:rPr>
                            <m:nor/>
                          </m:rPr>
                          <a:rPr lang="pt-B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pt-B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iPTIR</m:t>
                        </m:r>
                        <m:r>
                          <m:rPr>
                            <m:nor/>
                          </m:rPr>
                          <a:rPr lang="pt-B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𝑃𝑂𝑃𝑈𝐿𝐴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ÇÃ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∗[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𝐶𝑅𝐼𝐴𝑁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Ç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𝐴𝑆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𝐼𝐷𝑂𝑆𝑂𝑆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𝑅𝐸𝑁𝐷𝐴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𝐷𝐸𝑁𝑆𝐼𝐷𝐴𝐷𝐸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𝑖𝑃𝐷𝐴</m:t>
                            </m:r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9BDE3BB-B27F-89CD-FFC6-A40B0B07D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571" y="2849040"/>
                <a:ext cx="12507686" cy="894284"/>
              </a:xfrm>
              <a:prstGeom prst="rect">
                <a:avLst/>
              </a:prstGeom>
              <a:blipFill>
                <a:blip r:embed="rId3"/>
                <a:stretch>
                  <a:fillRect l="-10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80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3878-2800-0FC5-4D50-A8FDCA74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4EDF1323-3A21-B3B1-9A7D-151D653F0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4EBD961-A9E7-BBFC-B1A5-5788E69240DB}"/>
              </a:ext>
            </a:extLst>
          </p:cNvPr>
          <p:cNvSpPr txBox="1"/>
          <p:nvPr/>
        </p:nvSpPr>
        <p:spPr>
          <a:xfrm>
            <a:off x="653845" y="1232768"/>
            <a:ext cx="108843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2. DATA SELECTION (SELEÇÃO DE DADOS)</a:t>
            </a:r>
          </a:p>
          <a:p>
            <a:pPr algn="just"/>
            <a:r>
              <a:rPr lang="pt-BR" dirty="0"/>
              <a:t>A seleção deve basear-se na solidez analítica, mensurabilidade, cobertura e relevância dos indicadores para o fenômeno que está sendo medido.</a:t>
            </a:r>
          </a:p>
          <a:p>
            <a:pPr algn="just"/>
            <a:endParaRPr lang="pt-BR" b="1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/>
              <a:t>CENSO DEMOGRÁFICO (2022)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/>
              <a:t>CNES (2022)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/>
              <a:t>CADASTRO ÚNICO (2022)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/>
              <a:t>BH GEO (2022)</a:t>
            </a:r>
          </a:p>
        </p:txBody>
      </p:sp>
    </p:spTree>
    <p:extLst>
      <p:ext uri="{BB962C8B-B14F-4D97-AF65-F5344CB8AC3E}">
        <p14:creationId xmlns:p14="http://schemas.microsoft.com/office/powerpoint/2010/main" val="323018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1CE14-4E27-2431-BAD1-4A7FBA8AC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4410A4EF-3C89-6D90-F8D0-2C7EF667C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8C8B1AB-2EC3-383D-16A4-7D7B504ABE18}"/>
              </a:ext>
            </a:extLst>
          </p:cNvPr>
          <p:cNvSpPr txBox="1"/>
          <p:nvPr/>
        </p:nvSpPr>
        <p:spPr>
          <a:xfrm>
            <a:off x="653845" y="1232768"/>
            <a:ext cx="108843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3. IMPUTATION OF MISSING DATA (IMPUTAÇÃO DE DADOS FALTANTES)</a:t>
            </a:r>
            <a:endParaRPr lang="pt-BR" dirty="0"/>
          </a:p>
          <a:p>
            <a:pPr algn="just"/>
            <a:r>
              <a:rPr lang="pt-BR" dirty="0"/>
              <a:t>Necessária para fornecer um conjunto de dados completo (por exemplo, por meio de imputação única ou múltipla), permitindo estimar valores ausentes e avaliar o impacto dessa estimativa nos resultados.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4. MULTIVARIATE ANALYSIS (ANÁLISE MULTIVARIADA)</a:t>
            </a:r>
            <a:endParaRPr lang="pt-BR" dirty="0"/>
          </a:p>
          <a:p>
            <a:pPr algn="just"/>
            <a:r>
              <a:rPr lang="pt-BR" dirty="0"/>
              <a:t>Deve ser usada para estudar a estrutura geral do conjunto de dados, avaliar sua adequação e guiar escolhas metodológicas subsequentes. Serve para verificar se os agrupamentos de indicadores pensados teoricamente têm suporte empírico.</a:t>
            </a:r>
          </a:p>
          <a:p>
            <a:pPr algn="just"/>
            <a:endParaRPr lang="pt-BR" dirty="0"/>
          </a:p>
          <a:p>
            <a:pPr lvl="0" algn="just"/>
            <a:r>
              <a:rPr lang="pt-BR" b="1" dirty="0"/>
              <a:t>Aplicação no </a:t>
            </a:r>
            <a:r>
              <a:rPr lang="pt-BR" b="1" dirty="0" err="1"/>
              <a:t>COINr</a:t>
            </a:r>
            <a:r>
              <a:rPr lang="pt-BR" b="1" dirty="0"/>
              <a:t>:</a:t>
            </a:r>
            <a:r>
              <a:rPr lang="pt-BR" dirty="0"/>
              <a:t> Implementada através de ferramentas exploratórias próprias do pacote, como as funções </a:t>
            </a:r>
            <a:r>
              <a:rPr lang="pt-BR" dirty="0" err="1"/>
              <a:t>get_corr</a:t>
            </a:r>
            <a:r>
              <a:rPr lang="pt-BR" dirty="0"/>
              <a:t>() (para calcular as matrizes de correlação de Pearson/</a:t>
            </a:r>
            <a:r>
              <a:rPr lang="pt-BR" dirty="0" err="1"/>
              <a:t>Spearman</a:t>
            </a:r>
            <a:r>
              <a:rPr lang="pt-BR" dirty="0"/>
              <a:t>) e </a:t>
            </a:r>
            <a:r>
              <a:rPr lang="pt-BR" dirty="0" err="1"/>
              <a:t>get_PCA</a:t>
            </a:r>
            <a:r>
              <a:rPr lang="pt-BR" dirty="0"/>
              <a:t>() (para Análise de Componentes Principais), garantindo que as pressões demográficas ou as capacidades de infraestrutura não possuam redundâncias silenciosas que dupliquem o peso de uma dimensão.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666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A30F-5D7D-49EE-A97A-9D788DD0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D2DA574C-63B0-280D-50A3-A1A8FEE9F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4ECEBD8-8129-DF5B-47C5-EA77DECA4903}"/>
              </a:ext>
            </a:extLst>
          </p:cNvPr>
          <p:cNvSpPr txBox="1"/>
          <p:nvPr/>
        </p:nvSpPr>
        <p:spPr>
          <a:xfrm>
            <a:off x="653845" y="1232768"/>
            <a:ext cx="108843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5. NORMALISATION (NORMALIZAÇÃO)</a:t>
            </a:r>
            <a:endParaRPr lang="pt-BR" dirty="0"/>
          </a:p>
          <a:p>
            <a:pPr algn="just"/>
            <a:r>
              <a:rPr lang="pt-BR" dirty="0"/>
              <a:t>Realizada para tornar as variáveis diretamente comparáveis, fazendo ajustes de escala e neutralizando os valores extremos (outliers) que poderiam se tornar benchmarks indesejados.</a:t>
            </a:r>
          </a:p>
          <a:p>
            <a:pPr algn="just"/>
            <a:endParaRPr lang="pt-BR" dirty="0"/>
          </a:p>
          <a:p>
            <a:pPr lvl="0" algn="just"/>
            <a:r>
              <a:rPr lang="pt-BR" b="1" dirty="0"/>
              <a:t>Aplicação no </a:t>
            </a:r>
            <a:r>
              <a:rPr lang="pt-BR" b="1" dirty="0" err="1"/>
              <a:t>COINr</a:t>
            </a:r>
            <a:r>
              <a:rPr lang="pt-BR" b="1" dirty="0"/>
              <a:t>:</a:t>
            </a:r>
            <a:r>
              <a:rPr lang="pt-BR" dirty="0"/>
              <a:t> Executada primariamente pela função </a:t>
            </a:r>
            <a:r>
              <a:rPr lang="pt-BR" dirty="0" err="1"/>
              <a:t>Normalise</a:t>
            </a:r>
            <a:r>
              <a:rPr lang="pt-BR" dirty="0"/>
              <a:t>( ). Através do argumento </a:t>
            </a:r>
            <a:r>
              <a:rPr lang="pt-BR" dirty="0" err="1"/>
              <a:t>global_specs</a:t>
            </a:r>
            <a:r>
              <a:rPr lang="pt-BR" dirty="0"/>
              <a:t>, aplica-se a técnica estatística mais condizente (como o método Min-Max via </a:t>
            </a:r>
            <a:r>
              <a:rPr lang="pt-BR" dirty="0" err="1"/>
              <a:t>f_n</a:t>
            </a:r>
            <a:r>
              <a:rPr lang="pt-BR" dirty="0"/>
              <a:t> = "</a:t>
            </a:r>
            <a:r>
              <a:rPr lang="pt-BR" dirty="0" err="1"/>
              <a:t>n_minmax</a:t>
            </a:r>
            <a:r>
              <a:rPr lang="pt-BR" dirty="0"/>
              <a:t>"). É nesta função que se garante a comparabilidade e o não-esgotamento matemático, podendo ditar se as notas variam, por exemplo, estritamente entre os limites arbitrários de </a:t>
            </a:r>
            <a:r>
              <a:rPr lang="pt-BR" dirty="0" err="1"/>
              <a:t>l_u</a:t>
            </a:r>
            <a:r>
              <a:rPr lang="pt-BR" dirty="0"/>
              <a:t> = c(1, 10) ou c(0, 10).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516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85B7-1ED6-DEBB-AC3A-E4FF1441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8F9EB751-BE89-F68B-2788-41B4DEAD9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87416D4-3D96-68DC-F7FC-C48B6053966F}"/>
              </a:ext>
            </a:extLst>
          </p:cNvPr>
          <p:cNvSpPr txBox="1"/>
          <p:nvPr/>
        </p:nvSpPr>
        <p:spPr>
          <a:xfrm>
            <a:off x="653845" y="1232768"/>
            <a:ext cx="108843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6. WEIGHTING AND AGGREGATION (PONDERAÇÃO E AGREGAÇÃO)</a:t>
            </a:r>
            <a:endParaRPr lang="pt-BR" dirty="0"/>
          </a:p>
          <a:p>
            <a:pPr algn="just"/>
            <a:r>
              <a:rPr lang="pt-BR" dirty="0"/>
              <a:t>Feita de acordo com as linhas do quadro teórico subjacente. Seleciona procedimentos que consideram a variabilidade dos dados e estipula se o modelo permite </a:t>
            </a:r>
            <a:r>
              <a:rPr lang="pt-BR" dirty="0" err="1"/>
              <a:t>compensabilidade</a:t>
            </a:r>
            <a:r>
              <a:rPr lang="pt-BR" dirty="0"/>
              <a:t> entre os indicadores (um desempenho excelente em uma variável escondendo um déficit em outra).</a:t>
            </a:r>
          </a:p>
          <a:p>
            <a:pPr algn="just"/>
            <a:endParaRPr lang="pt-BR" dirty="0"/>
          </a:p>
          <a:p>
            <a:pPr lvl="0" algn="just"/>
            <a:r>
              <a:rPr lang="pt-BR" b="1" dirty="0"/>
              <a:t>Aplicação no </a:t>
            </a:r>
            <a:r>
              <a:rPr lang="pt-BR" b="1" dirty="0" err="1"/>
              <a:t>COINr</a:t>
            </a:r>
            <a:r>
              <a:rPr lang="pt-BR" b="1" dirty="0"/>
              <a:t>:</a:t>
            </a:r>
            <a:r>
              <a:rPr lang="pt-BR" dirty="0"/>
              <a:t> Executada por meio da função </a:t>
            </a:r>
            <a:r>
              <a:rPr lang="pt-BR" dirty="0" err="1"/>
              <a:t>Aggregate</a:t>
            </a:r>
            <a:r>
              <a:rPr lang="pt-BR" dirty="0"/>
              <a:t>(). A função absorve a coluna de pesos (</a:t>
            </a:r>
            <a:r>
              <a:rPr lang="pt-BR" dirty="0" err="1"/>
              <a:t>Weight</a:t>
            </a:r>
            <a:r>
              <a:rPr lang="pt-BR" dirty="0"/>
              <a:t>) declarada no </a:t>
            </a:r>
            <a:r>
              <a:rPr lang="pt-BR" dirty="0" err="1"/>
              <a:t>iMeta</a:t>
            </a:r>
            <a:r>
              <a:rPr lang="pt-BR" dirty="0"/>
              <a:t> (Passo 1) e processa o agrupamento dos dados normalizados (Passo 5). Se for utilizada a média aritmética (</a:t>
            </a:r>
            <a:r>
              <a:rPr lang="pt-BR" dirty="0" err="1"/>
              <a:t>f_ag</a:t>
            </a:r>
            <a:r>
              <a:rPr lang="pt-BR" dirty="0"/>
              <a:t> = "</a:t>
            </a:r>
            <a:r>
              <a:rPr lang="pt-BR" dirty="0" err="1"/>
              <a:t>a_amean</a:t>
            </a:r>
            <a:r>
              <a:rPr lang="pt-BR" dirty="0"/>
              <a:t>"), aceita-se a compensação linear; se for usada a média geométrica, o modelo torna-se mais severo contra desempenhos assimétricos.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039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6641-72EC-121A-B632-5A5ADC9F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9E52400B-47AA-79A4-2027-20D5B7326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8D39006-6FC0-5504-6614-A273DFC5035D}"/>
              </a:ext>
            </a:extLst>
          </p:cNvPr>
          <p:cNvSpPr txBox="1"/>
          <p:nvPr/>
        </p:nvSpPr>
        <p:spPr>
          <a:xfrm>
            <a:off x="653845" y="1232768"/>
            <a:ext cx="108843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7. UNCERTAINTY AND SENSITIVITY ANALYSIS (ANÁLISE DE INCERTEZA E SENSIBILIDADE)</a:t>
            </a:r>
            <a:endParaRPr lang="pt-BR" dirty="0"/>
          </a:p>
          <a:p>
            <a:pPr algn="just"/>
            <a:r>
              <a:rPr lang="pt-BR" dirty="0"/>
              <a:t>Realizada para avaliar a robustez do indicador composto frente a escolhas metodológicas, como a exclusão/inclusão de um indicador, regras de imputação, o esquema de normalização e o método de agregação.</a:t>
            </a:r>
          </a:p>
          <a:p>
            <a:pPr algn="just"/>
            <a:endParaRPr lang="pt-BR" dirty="0"/>
          </a:p>
          <a:p>
            <a:pPr lvl="0" algn="just"/>
            <a:r>
              <a:rPr lang="pt-BR" b="1" dirty="0"/>
              <a:t>Aplicação no </a:t>
            </a:r>
            <a:r>
              <a:rPr lang="pt-BR" b="1" dirty="0" err="1"/>
              <a:t>COINr</a:t>
            </a:r>
            <a:r>
              <a:rPr lang="pt-BR" b="1" dirty="0"/>
              <a:t>:</a:t>
            </a:r>
            <a:r>
              <a:rPr lang="pt-BR" dirty="0"/>
              <a:t> A função </a:t>
            </a:r>
            <a:r>
              <a:rPr lang="pt-BR" dirty="0" err="1"/>
              <a:t>get_eff_weights</a:t>
            </a:r>
            <a:r>
              <a:rPr lang="pt-BR" dirty="0"/>
              <a:t>() avalia a razão de correlação não-linear para revelar a Importância Efetiva que a variância do dado impôs sobre o resultado final. Simultaneamente, a função </a:t>
            </a:r>
            <a:r>
              <a:rPr lang="pt-BR" dirty="0" err="1"/>
              <a:t>get_sensitivity</a:t>
            </a:r>
            <a:r>
              <a:rPr lang="pt-BR" dirty="0"/>
              <a:t>() usa simulações de Monte Carlo para provar estatisticamente se as flutuações e ordenamentos das unidades se mantêm firmes ou se alteram com mudanças nas premissas.</a:t>
            </a:r>
          </a:p>
          <a:p>
            <a:pPr lvl="0" algn="just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170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8282B-DFD1-1509-1C81-76E2040D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AC2B4B51-DA05-1C62-ED60-63FBD94B7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FD153FD-1970-1024-50E6-E14ECE421E82}"/>
              </a:ext>
            </a:extLst>
          </p:cNvPr>
          <p:cNvSpPr txBox="1"/>
          <p:nvPr/>
        </p:nvSpPr>
        <p:spPr>
          <a:xfrm>
            <a:off x="653845" y="1232768"/>
            <a:ext cx="108843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8. BACK TO THE DATA (DE VOLTA AOS DADOS)</a:t>
            </a:r>
            <a:endParaRPr lang="pt-BR" dirty="0"/>
          </a:p>
          <a:p>
            <a:r>
              <a:rPr lang="pt-BR" dirty="0"/>
              <a:t>Necessário para o perfil do desempenho por unidade de análise no nível dos indicadores, revelando quais são os principais impulsionadores do resultado. A transparência é primordial para uma boa análise e para a formulação de políticas públicas.</a:t>
            </a:r>
          </a:p>
          <a:p>
            <a:pPr lvl="0"/>
            <a:endParaRPr lang="pt-BR" dirty="0"/>
          </a:p>
          <a:p>
            <a:r>
              <a:rPr lang="pt-BR" b="1" dirty="0"/>
              <a:t>9. LINKS TO OTHER INDICATORS (CONEXÕES COM OUTROS INDICADORES)</a:t>
            </a:r>
            <a:endParaRPr lang="pt-BR" dirty="0"/>
          </a:p>
          <a:p>
            <a:r>
              <a:rPr lang="pt-BR" dirty="0"/>
              <a:t>Correlações para associar o indicador composto (ou suas dimensões) a outras métricas de desempenho publicadas (simples ou compostas).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/>
              <a:t>Conteúdo;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/>
              <a:t>Convergente e discriminante;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Nomológica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0507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7C8B-81AC-F91C-7C82-F80F39EB8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BC12B879-C733-610A-7A70-1AA426B47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9" y="83127"/>
            <a:ext cx="2145001" cy="114964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D4FA0D9-B491-DFBE-5FED-AF5D7F724040}"/>
              </a:ext>
            </a:extLst>
          </p:cNvPr>
          <p:cNvSpPr txBox="1"/>
          <p:nvPr/>
        </p:nvSpPr>
        <p:spPr>
          <a:xfrm>
            <a:off x="653845" y="1080368"/>
            <a:ext cx="108843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10. VISUALISATION OF THE RESULTS (VISUALIZAÇÃO DOS RESULTADOS)</a:t>
            </a:r>
            <a:endParaRPr lang="pt-BR" dirty="0"/>
          </a:p>
          <a:p>
            <a:pPr algn="just"/>
            <a:r>
              <a:rPr lang="pt-BR" dirty="0"/>
              <a:t>Deve receber a atenção adequada, pois influencia enormemente a </a:t>
            </a:r>
            <a:r>
              <a:rPr lang="pt-BR" dirty="0" err="1"/>
              <a:t>interpretabilidade</a:t>
            </a:r>
            <a:r>
              <a:rPr lang="pt-BR" dirty="0"/>
              <a:t> e serve para apresentar o desempenho de maneira clara, precisa e direcionada à audiência pretendida.</a:t>
            </a:r>
          </a:p>
          <a:p>
            <a:pPr lvl="0" algn="just"/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A5CC75-D5DE-EA6F-4440-37024B1D7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672" y="2253030"/>
            <a:ext cx="6650656" cy="410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9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2989</TotalTime>
  <Words>933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Santos</dc:creator>
  <cp:lastModifiedBy>Samuel Santos</cp:lastModifiedBy>
  <cp:revision>44</cp:revision>
  <dcterms:created xsi:type="dcterms:W3CDTF">2025-11-26T22:30:08Z</dcterms:created>
  <dcterms:modified xsi:type="dcterms:W3CDTF">2026-05-25T19:12:35Z</dcterms:modified>
</cp:coreProperties>
</file>